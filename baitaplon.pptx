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25"/>
  </p:notesMasterIdLst>
  <p:sldIdLst>
    <p:sldId id="256" r:id="rId2"/>
    <p:sldId id="258" r:id="rId3"/>
    <p:sldId id="327" r:id="rId4"/>
    <p:sldId id="328" r:id="rId5"/>
    <p:sldId id="329" r:id="rId6"/>
    <p:sldId id="320" r:id="rId7"/>
    <p:sldId id="321" r:id="rId8"/>
    <p:sldId id="331" r:id="rId9"/>
    <p:sldId id="330" r:id="rId10"/>
    <p:sldId id="332" r:id="rId11"/>
    <p:sldId id="333" r:id="rId12"/>
    <p:sldId id="334" r:id="rId13"/>
    <p:sldId id="336" r:id="rId14"/>
    <p:sldId id="335" r:id="rId15"/>
    <p:sldId id="337" r:id="rId16"/>
    <p:sldId id="338" r:id="rId17"/>
    <p:sldId id="339" r:id="rId18"/>
    <p:sldId id="340" r:id="rId19"/>
    <p:sldId id="341" r:id="rId20"/>
    <p:sldId id="342" r:id="rId21"/>
    <p:sldId id="343" r:id="rId22"/>
    <p:sldId id="344" r:id="rId23"/>
    <p:sldId id="345" r:id="rId24"/>
  </p:sldIdLst>
  <p:sldSz cx="12192000" cy="6858000"/>
  <p:notesSz cx="6858000" cy="9144000"/>
  <p:embeddedFontLst>
    <p:embeddedFont>
      <p:font typeface="Abril Fatface" panose="02000503000000020003" pitchFamily="2" charset="0"/>
      <p:regular r:id="rId26"/>
    </p:embeddedFont>
    <p:embeddedFont>
      <p:font typeface="Barlow Condensed" panose="00000506000000000000" pitchFamily="2" charset="0"/>
      <p:regular r:id="rId27"/>
      <p:bold r:id="rId28"/>
      <p:italic r:id="rId29"/>
      <p:boldItalic r:id="rId30"/>
    </p:embeddedFont>
    <p:embeddedFont>
      <p:font typeface="Lora" pitchFamily="2" charset="0"/>
      <p:regular r:id="rId31"/>
      <p:bold r:id="rId32"/>
      <p:italic r:id="rId33"/>
      <p:boldItalic r:id="rId34"/>
    </p:embeddedFont>
    <p:embeddedFont>
      <p:font typeface="Open Sans" panose="020B0606030504020204" pitchFamily="34" charset="0"/>
      <p:regular r:id="rId35"/>
      <p:bold r:id="rId36"/>
      <p:italic r:id="rId37"/>
      <p:boldItalic r:id="rId38"/>
    </p:embeddedFont>
    <p:embeddedFont>
      <p:font typeface="Oswald Medium" panose="00000600000000000000" pitchFamily="2"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FF"/>
    <a:srgbClr val="00FFFF"/>
    <a:srgbClr val="66FF66"/>
    <a:srgbClr val="66FF33"/>
    <a:srgbClr val="FF5050"/>
    <a:srgbClr val="FF0000"/>
    <a:srgbClr val="FF6600"/>
    <a:srgbClr val="FF7C80"/>
    <a:srgbClr val="65BB69"/>
    <a:srgbClr val="A8F6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93072" autoAdjust="0"/>
  </p:normalViewPr>
  <p:slideViewPr>
    <p:cSldViewPr snapToGrid="0">
      <p:cViewPr varScale="1">
        <p:scale>
          <a:sx n="103" d="100"/>
          <a:sy n="103" d="100"/>
        </p:scale>
        <p:origin x="82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jpe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a073618e60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a073618e60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a073618e60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a073618e60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a:extLst>
            <a:ext uri="{FF2B5EF4-FFF2-40B4-BE49-F238E27FC236}">
              <a16:creationId xmlns:a16="http://schemas.microsoft.com/office/drawing/2014/main" id="{54557575-289A-A7D4-F863-0DD72BA383E1}"/>
            </a:ext>
          </a:extLst>
        </p:cNvPr>
        <p:cNvGrpSpPr/>
        <p:nvPr/>
      </p:nvGrpSpPr>
      <p:grpSpPr>
        <a:xfrm>
          <a:off x="0" y="0"/>
          <a:ext cx="0" cy="0"/>
          <a:chOff x="0" y="0"/>
          <a:chExt cx="0" cy="0"/>
        </a:xfrm>
      </p:grpSpPr>
      <p:sp>
        <p:nvSpPr>
          <p:cNvPr id="273" name="Google Shape;273;ga073618e60_0_26:notes">
            <a:extLst>
              <a:ext uri="{FF2B5EF4-FFF2-40B4-BE49-F238E27FC236}">
                <a16:creationId xmlns:a16="http://schemas.microsoft.com/office/drawing/2014/main" id="{9C60D0A8-5ED9-17C3-8121-34F6AD2B0F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a073618e60_0_26:notes">
            <a:extLst>
              <a:ext uri="{FF2B5EF4-FFF2-40B4-BE49-F238E27FC236}">
                <a16:creationId xmlns:a16="http://schemas.microsoft.com/office/drawing/2014/main" id="{261BDD90-B92B-81F8-DD18-438E4FCD31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9372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34915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01 Title">
  <p:cSld name="CUSTOM">
    <p:bg>
      <p:bgPr>
        <a:solidFill>
          <a:schemeClr val="accent1"/>
        </a:solidFill>
        <a:effectLst/>
      </p:bgPr>
    </p:bg>
    <p:spTree>
      <p:nvGrpSpPr>
        <p:cNvPr id="1" name="Shape 10"/>
        <p:cNvGrpSpPr/>
        <p:nvPr/>
      </p:nvGrpSpPr>
      <p:grpSpPr>
        <a:xfrm>
          <a:off x="0" y="0"/>
          <a:ext cx="0" cy="0"/>
          <a:chOff x="0" y="0"/>
          <a:chExt cx="0" cy="0"/>
        </a:xfrm>
      </p:grpSpPr>
      <p:sp>
        <p:nvSpPr>
          <p:cNvPr id="11" name="Google Shape;11;p2"/>
          <p:cNvSpPr/>
          <p:nvPr/>
        </p:nvSpPr>
        <p:spPr>
          <a:xfrm>
            <a:off x="598250" y="570000"/>
            <a:ext cx="11049000" cy="5718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title"/>
          </p:nvPr>
        </p:nvSpPr>
        <p:spPr>
          <a:xfrm>
            <a:off x="1520325" y="2345975"/>
            <a:ext cx="9127500" cy="1230600"/>
          </a:xfrm>
          <a:prstGeom prst="rect">
            <a:avLst/>
          </a:prstGeom>
        </p:spPr>
        <p:txBody>
          <a:bodyPr spcFirstLastPara="1" wrap="square" lIns="121900" tIns="121900" rIns="121900" bIns="121900" anchor="t" anchorCtr="0">
            <a:noAutofit/>
          </a:bodyPr>
          <a:lstStyle>
            <a:lvl1pPr lvl="0" algn="ctr">
              <a:spcBef>
                <a:spcPts val="0"/>
              </a:spcBef>
              <a:spcAft>
                <a:spcPts val="0"/>
              </a:spcAft>
              <a:buSzPts val="7000"/>
              <a:buNone/>
              <a:defRPr sz="7000"/>
            </a:lvl1pPr>
            <a:lvl2pPr lvl="1" algn="ctr">
              <a:spcBef>
                <a:spcPts val="0"/>
              </a:spcBef>
              <a:spcAft>
                <a:spcPts val="0"/>
              </a:spcAft>
              <a:buSzPts val="7000"/>
              <a:buNone/>
              <a:defRPr sz="7000"/>
            </a:lvl2pPr>
            <a:lvl3pPr lvl="2" algn="ctr">
              <a:spcBef>
                <a:spcPts val="0"/>
              </a:spcBef>
              <a:spcAft>
                <a:spcPts val="0"/>
              </a:spcAft>
              <a:buSzPts val="7000"/>
              <a:buNone/>
              <a:defRPr sz="7000"/>
            </a:lvl3pPr>
            <a:lvl4pPr lvl="3" algn="ctr">
              <a:spcBef>
                <a:spcPts val="0"/>
              </a:spcBef>
              <a:spcAft>
                <a:spcPts val="0"/>
              </a:spcAft>
              <a:buSzPts val="7000"/>
              <a:buNone/>
              <a:defRPr sz="7000"/>
            </a:lvl4pPr>
            <a:lvl5pPr lvl="4" algn="ctr">
              <a:spcBef>
                <a:spcPts val="0"/>
              </a:spcBef>
              <a:spcAft>
                <a:spcPts val="0"/>
              </a:spcAft>
              <a:buSzPts val="7000"/>
              <a:buNone/>
              <a:defRPr sz="7000"/>
            </a:lvl5pPr>
            <a:lvl6pPr lvl="5" algn="ctr">
              <a:spcBef>
                <a:spcPts val="0"/>
              </a:spcBef>
              <a:spcAft>
                <a:spcPts val="0"/>
              </a:spcAft>
              <a:buSzPts val="7000"/>
              <a:buNone/>
              <a:defRPr sz="7000"/>
            </a:lvl6pPr>
            <a:lvl7pPr lvl="6" algn="ctr">
              <a:spcBef>
                <a:spcPts val="0"/>
              </a:spcBef>
              <a:spcAft>
                <a:spcPts val="0"/>
              </a:spcAft>
              <a:buSzPts val="7000"/>
              <a:buNone/>
              <a:defRPr sz="7000"/>
            </a:lvl7pPr>
            <a:lvl8pPr lvl="7" algn="ctr">
              <a:spcBef>
                <a:spcPts val="0"/>
              </a:spcBef>
              <a:spcAft>
                <a:spcPts val="0"/>
              </a:spcAft>
              <a:buSzPts val="7000"/>
              <a:buNone/>
              <a:defRPr sz="7000"/>
            </a:lvl8pPr>
            <a:lvl9pPr lvl="8" algn="ctr">
              <a:spcBef>
                <a:spcPts val="0"/>
              </a:spcBef>
              <a:spcAft>
                <a:spcPts val="0"/>
              </a:spcAft>
              <a:buSzPts val="7000"/>
              <a:buNone/>
              <a:defRPr sz="7000"/>
            </a:lvl9pPr>
          </a:lstStyle>
          <a:p>
            <a:endParaRPr/>
          </a:p>
        </p:txBody>
      </p:sp>
      <p:sp>
        <p:nvSpPr>
          <p:cNvPr id="13" name="Google Shape;13;p2"/>
          <p:cNvSpPr txBox="1">
            <a:spLocks noGrp="1"/>
          </p:cNvSpPr>
          <p:nvPr>
            <p:ph type="subTitle" idx="1"/>
          </p:nvPr>
        </p:nvSpPr>
        <p:spPr>
          <a:xfrm>
            <a:off x="432800" y="5715300"/>
            <a:ext cx="11379900" cy="717900"/>
          </a:xfrm>
          <a:prstGeom prst="rect">
            <a:avLst/>
          </a:prstGeom>
        </p:spPr>
        <p:txBody>
          <a:bodyPr spcFirstLastPara="1" wrap="square" lIns="121900" tIns="121900" rIns="121900" bIns="121900" anchor="t" anchorCtr="0">
            <a:noAutofit/>
          </a:bodyPr>
          <a:lstStyle>
            <a:lvl1pPr lvl="0" algn="ctr">
              <a:spcBef>
                <a:spcPts val="0"/>
              </a:spcBef>
              <a:spcAft>
                <a:spcPts val="0"/>
              </a:spcAft>
              <a:buSzPts val="1900"/>
              <a:buNone/>
              <a:defRPr/>
            </a:lvl1pPr>
            <a:lvl2pPr lvl="1" algn="ctr">
              <a:spcBef>
                <a:spcPts val="2100"/>
              </a:spcBef>
              <a:spcAft>
                <a:spcPts val="0"/>
              </a:spcAft>
              <a:buSzPts val="1900"/>
              <a:buNone/>
              <a:defRPr/>
            </a:lvl2pPr>
            <a:lvl3pPr lvl="2" algn="ctr">
              <a:spcBef>
                <a:spcPts val="2100"/>
              </a:spcBef>
              <a:spcAft>
                <a:spcPts val="0"/>
              </a:spcAft>
              <a:buSzPts val="1900"/>
              <a:buNone/>
              <a:defRPr/>
            </a:lvl3pPr>
            <a:lvl4pPr lvl="3" algn="ctr">
              <a:spcBef>
                <a:spcPts val="2100"/>
              </a:spcBef>
              <a:spcAft>
                <a:spcPts val="0"/>
              </a:spcAft>
              <a:buSzPts val="1900"/>
              <a:buNone/>
              <a:defRPr/>
            </a:lvl4pPr>
            <a:lvl5pPr lvl="4" algn="ctr">
              <a:spcBef>
                <a:spcPts val="2100"/>
              </a:spcBef>
              <a:spcAft>
                <a:spcPts val="0"/>
              </a:spcAft>
              <a:buSzPts val="1900"/>
              <a:buNone/>
              <a:defRPr/>
            </a:lvl5pPr>
            <a:lvl6pPr lvl="5" algn="ctr">
              <a:spcBef>
                <a:spcPts val="2100"/>
              </a:spcBef>
              <a:spcAft>
                <a:spcPts val="0"/>
              </a:spcAft>
              <a:buSzPts val="1900"/>
              <a:buNone/>
              <a:defRPr/>
            </a:lvl6pPr>
            <a:lvl7pPr lvl="6" algn="ctr">
              <a:spcBef>
                <a:spcPts val="2100"/>
              </a:spcBef>
              <a:spcAft>
                <a:spcPts val="0"/>
              </a:spcAft>
              <a:buSzPts val="1900"/>
              <a:buNone/>
              <a:defRPr/>
            </a:lvl7pPr>
            <a:lvl8pPr lvl="7" algn="ctr">
              <a:spcBef>
                <a:spcPts val="2100"/>
              </a:spcBef>
              <a:spcAft>
                <a:spcPts val="0"/>
              </a:spcAft>
              <a:buSzPts val="1900"/>
              <a:buNone/>
              <a:defRPr/>
            </a:lvl8pPr>
            <a:lvl9pPr lvl="8" algn="ctr">
              <a:spcBef>
                <a:spcPts val="2100"/>
              </a:spcBef>
              <a:spcAft>
                <a:spcPts val="2100"/>
              </a:spcAft>
              <a:buSzPts val="1900"/>
              <a:buNone/>
              <a:defRPr/>
            </a:lvl9pPr>
          </a:lstStyle>
          <a:p>
            <a:endParaRPr/>
          </a:p>
        </p:txBody>
      </p:sp>
      <p:sp>
        <p:nvSpPr>
          <p:cNvPr id="14" name="Google Shape;14;p2"/>
          <p:cNvSpPr/>
          <p:nvPr/>
        </p:nvSpPr>
        <p:spPr>
          <a:xfrm rot="-2700000">
            <a:off x="-185251" y="833624"/>
            <a:ext cx="2584192" cy="546452"/>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2700000">
            <a:off x="9793049" y="5477924"/>
            <a:ext cx="2584192" cy="546452"/>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1669100" y="0"/>
            <a:ext cx="522900" cy="5229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23850" y="6152100"/>
            <a:ext cx="522900" cy="5229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1834250" y="674250"/>
            <a:ext cx="192600" cy="1926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9" name="Google Shape;19;p2"/>
          <p:cNvSpPr/>
          <p:nvPr/>
        </p:nvSpPr>
        <p:spPr>
          <a:xfrm>
            <a:off x="11834250" y="1088100"/>
            <a:ext cx="192600" cy="1926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20" name="Google Shape;20;p2"/>
          <p:cNvSpPr/>
          <p:nvPr/>
        </p:nvSpPr>
        <p:spPr>
          <a:xfrm>
            <a:off x="289000" y="5464025"/>
            <a:ext cx="192600" cy="1926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21" name="Google Shape;21;p2"/>
          <p:cNvSpPr/>
          <p:nvPr/>
        </p:nvSpPr>
        <p:spPr>
          <a:xfrm>
            <a:off x="289000" y="5877875"/>
            <a:ext cx="192600" cy="1926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cxnSp>
        <p:nvCxnSpPr>
          <p:cNvPr id="22" name="Google Shape;22;p2"/>
          <p:cNvCxnSpPr/>
          <p:nvPr/>
        </p:nvCxnSpPr>
        <p:spPr>
          <a:xfrm>
            <a:off x="11926050" y="1582475"/>
            <a:ext cx="4500" cy="2834700"/>
          </a:xfrm>
          <a:prstGeom prst="straightConnector1">
            <a:avLst/>
          </a:prstGeom>
          <a:noFill/>
          <a:ln w="19050" cap="flat" cmpd="sng">
            <a:solidFill>
              <a:schemeClr val="dk1"/>
            </a:solidFill>
            <a:prstDash val="solid"/>
            <a:round/>
            <a:headEnd type="none" w="med" len="med"/>
            <a:tailEnd type="none" w="med" len="med"/>
          </a:ln>
        </p:spPr>
      </p:cxnSp>
      <p:cxnSp>
        <p:nvCxnSpPr>
          <p:cNvPr id="23" name="Google Shape;23;p2"/>
          <p:cNvCxnSpPr/>
          <p:nvPr/>
        </p:nvCxnSpPr>
        <p:spPr>
          <a:xfrm>
            <a:off x="383050" y="2408075"/>
            <a:ext cx="4500" cy="2834700"/>
          </a:xfrm>
          <a:prstGeom prst="straightConnector1">
            <a:avLst/>
          </a:prstGeom>
          <a:noFill/>
          <a:ln w="19050" cap="flat" cmpd="sng">
            <a:solidFill>
              <a:schemeClr val="dk1"/>
            </a:solidFill>
            <a:prstDash val="solid"/>
            <a:round/>
            <a:headEnd type="none" w="med" len="med"/>
            <a:tailEnd type="none" w="med" len="med"/>
          </a:ln>
        </p:spPr>
      </p:cxnSp>
      <p:cxnSp>
        <p:nvCxnSpPr>
          <p:cNvPr id="24" name="Google Shape;24;p2"/>
          <p:cNvCxnSpPr/>
          <p:nvPr/>
        </p:nvCxnSpPr>
        <p:spPr>
          <a:xfrm>
            <a:off x="5407825" y="6550275"/>
            <a:ext cx="4348500" cy="13500"/>
          </a:xfrm>
          <a:prstGeom prst="straightConnector1">
            <a:avLst/>
          </a:prstGeom>
          <a:noFill/>
          <a:ln w="19050" cap="flat" cmpd="sng">
            <a:solidFill>
              <a:schemeClr val="dk1"/>
            </a:solidFill>
            <a:prstDash val="solid"/>
            <a:round/>
            <a:headEnd type="none" w="med" len="med"/>
            <a:tailEnd type="none" w="med" len="med"/>
          </a:ln>
        </p:spPr>
      </p:cxnSp>
      <p:cxnSp>
        <p:nvCxnSpPr>
          <p:cNvPr id="25" name="Google Shape;25;p2"/>
          <p:cNvCxnSpPr/>
          <p:nvPr/>
        </p:nvCxnSpPr>
        <p:spPr>
          <a:xfrm>
            <a:off x="2298925" y="254700"/>
            <a:ext cx="4348500" cy="1350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02 Intro">
  <p:cSld name="CUSTOM_1">
    <p:spTree>
      <p:nvGrpSpPr>
        <p:cNvPr id="1" name="Shape 45"/>
        <p:cNvGrpSpPr/>
        <p:nvPr/>
      </p:nvGrpSpPr>
      <p:grpSpPr>
        <a:xfrm>
          <a:off x="0" y="0"/>
          <a:ext cx="0" cy="0"/>
          <a:chOff x="0" y="0"/>
          <a:chExt cx="0" cy="0"/>
        </a:xfrm>
      </p:grpSpPr>
      <p:sp>
        <p:nvSpPr>
          <p:cNvPr id="46" name="Google Shape;46;p5"/>
          <p:cNvSpPr txBox="1">
            <a:spLocks noGrp="1"/>
          </p:cNvSpPr>
          <p:nvPr>
            <p:ph type="title"/>
          </p:nvPr>
        </p:nvSpPr>
        <p:spPr>
          <a:xfrm>
            <a:off x="5691725" y="1964975"/>
            <a:ext cx="5322600" cy="1324800"/>
          </a:xfrm>
          <a:prstGeom prst="rect">
            <a:avLst/>
          </a:prstGeom>
        </p:spPr>
        <p:txBody>
          <a:bodyPr spcFirstLastPara="1" wrap="square" lIns="121900" tIns="121900" rIns="121900" bIns="121900" anchor="t" anchorCtr="0">
            <a:noAutofit/>
          </a:bodyPr>
          <a:lstStyle>
            <a:lvl1pPr marL="0" marR="0" lvl="0" indent="0" algn="r" rtl="0">
              <a:lnSpc>
                <a:spcPct val="100000"/>
              </a:lnSpc>
              <a:spcBef>
                <a:spcPts val="0"/>
              </a:spcBef>
              <a:spcAft>
                <a:spcPts val="0"/>
              </a:spcAft>
              <a:buClr>
                <a:schemeClr val="accent3"/>
              </a:buClr>
              <a:buSzPts val="7000"/>
              <a:buFont typeface="Aldrich"/>
              <a:buNone/>
              <a:defRPr sz="7000">
                <a:solidFill>
                  <a:schemeClr val="accent3"/>
                </a:solidFill>
              </a:defRPr>
            </a:lvl1pPr>
            <a:lvl2pPr lvl="1" algn="r" rtl="0">
              <a:spcBef>
                <a:spcPts val="0"/>
              </a:spcBef>
              <a:spcAft>
                <a:spcPts val="0"/>
              </a:spcAft>
              <a:buClr>
                <a:schemeClr val="accent3"/>
              </a:buClr>
              <a:buSzPts val="7000"/>
              <a:buFont typeface="Abril Fatface"/>
              <a:buNone/>
              <a:defRPr sz="7000">
                <a:solidFill>
                  <a:schemeClr val="accent3"/>
                </a:solidFill>
                <a:latin typeface="Abril Fatface"/>
                <a:ea typeface="Abril Fatface"/>
                <a:cs typeface="Abril Fatface"/>
                <a:sym typeface="Abril Fatface"/>
              </a:defRPr>
            </a:lvl2pPr>
            <a:lvl3pPr lvl="2" algn="r" rtl="0">
              <a:spcBef>
                <a:spcPts val="0"/>
              </a:spcBef>
              <a:spcAft>
                <a:spcPts val="0"/>
              </a:spcAft>
              <a:buClr>
                <a:schemeClr val="accent3"/>
              </a:buClr>
              <a:buSzPts val="7000"/>
              <a:buFont typeface="Abril Fatface"/>
              <a:buNone/>
              <a:defRPr sz="7000">
                <a:solidFill>
                  <a:schemeClr val="accent3"/>
                </a:solidFill>
                <a:latin typeface="Abril Fatface"/>
                <a:ea typeface="Abril Fatface"/>
                <a:cs typeface="Abril Fatface"/>
                <a:sym typeface="Abril Fatface"/>
              </a:defRPr>
            </a:lvl3pPr>
            <a:lvl4pPr lvl="3" algn="r" rtl="0">
              <a:spcBef>
                <a:spcPts val="0"/>
              </a:spcBef>
              <a:spcAft>
                <a:spcPts val="0"/>
              </a:spcAft>
              <a:buClr>
                <a:schemeClr val="accent3"/>
              </a:buClr>
              <a:buSzPts val="7000"/>
              <a:buFont typeface="Abril Fatface"/>
              <a:buNone/>
              <a:defRPr sz="7000">
                <a:solidFill>
                  <a:schemeClr val="accent3"/>
                </a:solidFill>
                <a:latin typeface="Abril Fatface"/>
                <a:ea typeface="Abril Fatface"/>
                <a:cs typeface="Abril Fatface"/>
                <a:sym typeface="Abril Fatface"/>
              </a:defRPr>
            </a:lvl4pPr>
            <a:lvl5pPr lvl="4" algn="r" rtl="0">
              <a:spcBef>
                <a:spcPts val="0"/>
              </a:spcBef>
              <a:spcAft>
                <a:spcPts val="0"/>
              </a:spcAft>
              <a:buClr>
                <a:schemeClr val="accent3"/>
              </a:buClr>
              <a:buSzPts val="7000"/>
              <a:buFont typeface="Abril Fatface"/>
              <a:buNone/>
              <a:defRPr sz="7000">
                <a:solidFill>
                  <a:schemeClr val="accent3"/>
                </a:solidFill>
                <a:latin typeface="Abril Fatface"/>
                <a:ea typeface="Abril Fatface"/>
                <a:cs typeface="Abril Fatface"/>
                <a:sym typeface="Abril Fatface"/>
              </a:defRPr>
            </a:lvl5pPr>
            <a:lvl6pPr lvl="5" algn="r" rtl="0">
              <a:spcBef>
                <a:spcPts val="0"/>
              </a:spcBef>
              <a:spcAft>
                <a:spcPts val="0"/>
              </a:spcAft>
              <a:buClr>
                <a:schemeClr val="accent3"/>
              </a:buClr>
              <a:buSzPts val="7000"/>
              <a:buFont typeface="Abril Fatface"/>
              <a:buNone/>
              <a:defRPr sz="7000">
                <a:solidFill>
                  <a:schemeClr val="accent3"/>
                </a:solidFill>
                <a:latin typeface="Abril Fatface"/>
                <a:ea typeface="Abril Fatface"/>
                <a:cs typeface="Abril Fatface"/>
                <a:sym typeface="Abril Fatface"/>
              </a:defRPr>
            </a:lvl6pPr>
            <a:lvl7pPr lvl="6" algn="r" rtl="0">
              <a:spcBef>
                <a:spcPts val="0"/>
              </a:spcBef>
              <a:spcAft>
                <a:spcPts val="0"/>
              </a:spcAft>
              <a:buClr>
                <a:schemeClr val="accent3"/>
              </a:buClr>
              <a:buSzPts val="7000"/>
              <a:buFont typeface="Abril Fatface"/>
              <a:buNone/>
              <a:defRPr sz="7000">
                <a:solidFill>
                  <a:schemeClr val="accent3"/>
                </a:solidFill>
                <a:latin typeface="Abril Fatface"/>
                <a:ea typeface="Abril Fatface"/>
                <a:cs typeface="Abril Fatface"/>
                <a:sym typeface="Abril Fatface"/>
              </a:defRPr>
            </a:lvl7pPr>
            <a:lvl8pPr lvl="7" algn="r" rtl="0">
              <a:spcBef>
                <a:spcPts val="0"/>
              </a:spcBef>
              <a:spcAft>
                <a:spcPts val="0"/>
              </a:spcAft>
              <a:buClr>
                <a:schemeClr val="accent3"/>
              </a:buClr>
              <a:buSzPts val="7000"/>
              <a:buFont typeface="Abril Fatface"/>
              <a:buNone/>
              <a:defRPr sz="7000">
                <a:solidFill>
                  <a:schemeClr val="accent3"/>
                </a:solidFill>
                <a:latin typeface="Abril Fatface"/>
                <a:ea typeface="Abril Fatface"/>
                <a:cs typeface="Abril Fatface"/>
                <a:sym typeface="Abril Fatface"/>
              </a:defRPr>
            </a:lvl8pPr>
            <a:lvl9pPr lvl="8" algn="r" rtl="0">
              <a:spcBef>
                <a:spcPts val="0"/>
              </a:spcBef>
              <a:spcAft>
                <a:spcPts val="0"/>
              </a:spcAft>
              <a:buClr>
                <a:schemeClr val="accent3"/>
              </a:buClr>
              <a:buSzPts val="7000"/>
              <a:buFont typeface="Abril Fatface"/>
              <a:buNone/>
              <a:defRPr sz="7000">
                <a:solidFill>
                  <a:schemeClr val="accent3"/>
                </a:solidFill>
                <a:latin typeface="Abril Fatface"/>
                <a:ea typeface="Abril Fatface"/>
                <a:cs typeface="Abril Fatface"/>
                <a:sym typeface="Abril Fatface"/>
              </a:defRPr>
            </a:lvl9pPr>
          </a:lstStyle>
          <a:p>
            <a:endParaRPr/>
          </a:p>
        </p:txBody>
      </p:sp>
      <p:sp>
        <p:nvSpPr>
          <p:cNvPr id="47" name="Google Shape;47;p5"/>
          <p:cNvSpPr txBox="1">
            <a:spLocks noGrp="1"/>
          </p:cNvSpPr>
          <p:nvPr>
            <p:ph type="body" idx="1"/>
          </p:nvPr>
        </p:nvSpPr>
        <p:spPr>
          <a:xfrm>
            <a:off x="5691700" y="3369275"/>
            <a:ext cx="5322600" cy="2235900"/>
          </a:xfrm>
          <a:prstGeom prst="rect">
            <a:avLst/>
          </a:prstGeom>
        </p:spPr>
        <p:txBody>
          <a:bodyPr spcFirstLastPara="1" wrap="square" lIns="121900" tIns="121900" rIns="121900" bIns="121900" anchor="t" anchorCtr="0">
            <a:noAutofit/>
          </a:bodyPr>
          <a:lstStyle>
            <a:lvl1pPr marL="457200" lvl="0" indent="-349250" algn="r">
              <a:spcBef>
                <a:spcPts val="0"/>
              </a:spcBef>
              <a:spcAft>
                <a:spcPts val="0"/>
              </a:spcAft>
              <a:buSzPts val="1900"/>
              <a:buChar char="●"/>
              <a:defRPr/>
            </a:lvl1pPr>
            <a:lvl2pPr marL="914400" lvl="1" indent="-349250" algn="r">
              <a:spcBef>
                <a:spcPts val="2100"/>
              </a:spcBef>
              <a:spcAft>
                <a:spcPts val="0"/>
              </a:spcAft>
              <a:buSzPts val="1900"/>
              <a:buChar char="○"/>
              <a:defRPr/>
            </a:lvl2pPr>
            <a:lvl3pPr marL="1371600" lvl="2" indent="-349250" algn="r">
              <a:spcBef>
                <a:spcPts val="2100"/>
              </a:spcBef>
              <a:spcAft>
                <a:spcPts val="0"/>
              </a:spcAft>
              <a:buSzPts val="1900"/>
              <a:buChar char="■"/>
              <a:defRPr/>
            </a:lvl3pPr>
            <a:lvl4pPr marL="1828800" lvl="3" indent="-349250" algn="r">
              <a:spcBef>
                <a:spcPts val="2100"/>
              </a:spcBef>
              <a:spcAft>
                <a:spcPts val="0"/>
              </a:spcAft>
              <a:buSzPts val="1900"/>
              <a:buChar char="●"/>
              <a:defRPr/>
            </a:lvl4pPr>
            <a:lvl5pPr marL="2286000" lvl="4" indent="-349250" algn="r">
              <a:spcBef>
                <a:spcPts val="2100"/>
              </a:spcBef>
              <a:spcAft>
                <a:spcPts val="0"/>
              </a:spcAft>
              <a:buSzPts val="1900"/>
              <a:buChar char="○"/>
              <a:defRPr/>
            </a:lvl5pPr>
            <a:lvl6pPr marL="2743200" lvl="5" indent="-349250" algn="r">
              <a:spcBef>
                <a:spcPts val="2100"/>
              </a:spcBef>
              <a:spcAft>
                <a:spcPts val="0"/>
              </a:spcAft>
              <a:buSzPts val="1900"/>
              <a:buChar char="■"/>
              <a:defRPr/>
            </a:lvl6pPr>
            <a:lvl7pPr marL="3200400" lvl="6" indent="-349250" algn="r">
              <a:spcBef>
                <a:spcPts val="2100"/>
              </a:spcBef>
              <a:spcAft>
                <a:spcPts val="0"/>
              </a:spcAft>
              <a:buSzPts val="1900"/>
              <a:buChar char="●"/>
              <a:defRPr/>
            </a:lvl7pPr>
            <a:lvl8pPr marL="3657600" lvl="7" indent="-349250" algn="r">
              <a:spcBef>
                <a:spcPts val="2100"/>
              </a:spcBef>
              <a:spcAft>
                <a:spcPts val="0"/>
              </a:spcAft>
              <a:buSzPts val="1900"/>
              <a:buChar char="○"/>
              <a:defRPr/>
            </a:lvl8pPr>
            <a:lvl9pPr marL="4114800" lvl="8" indent="-349250" algn="r">
              <a:spcBef>
                <a:spcPts val="2100"/>
              </a:spcBef>
              <a:spcAft>
                <a:spcPts val="2100"/>
              </a:spcAft>
              <a:buSzPts val="1900"/>
              <a:buChar char="■"/>
              <a:defRPr/>
            </a:lvl9pPr>
          </a:lstStyle>
          <a:p>
            <a:endParaRPr/>
          </a:p>
        </p:txBody>
      </p:sp>
      <p:sp>
        <p:nvSpPr>
          <p:cNvPr id="48" name="Google Shape;48;p5"/>
          <p:cNvSpPr/>
          <p:nvPr/>
        </p:nvSpPr>
        <p:spPr>
          <a:xfrm rot="10800000" flipH="1">
            <a:off x="0" y="-13775"/>
            <a:ext cx="6412500" cy="5579700"/>
          </a:xfrm>
          <a:prstGeom prst="snip1Rect">
            <a:avLst>
              <a:gd name="adj" fmla="val 38841"/>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5"/>
          <p:cNvSpPr/>
          <p:nvPr/>
        </p:nvSpPr>
        <p:spPr>
          <a:xfrm>
            <a:off x="11586525" y="13750"/>
            <a:ext cx="605400" cy="633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0" name="Google Shape;50;p5"/>
          <p:cNvCxnSpPr/>
          <p:nvPr/>
        </p:nvCxnSpPr>
        <p:spPr>
          <a:xfrm>
            <a:off x="11889225" y="646750"/>
            <a:ext cx="9000" cy="4210800"/>
          </a:xfrm>
          <a:prstGeom prst="straightConnector1">
            <a:avLst/>
          </a:prstGeom>
          <a:noFill/>
          <a:ln w="19050" cap="flat" cmpd="sng">
            <a:solidFill>
              <a:schemeClr val="dk1"/>
            </a:solidFill>
            <a:prstDash val="solid"/>
            <a:round/>
            <a:headEnd type="none" w="med" len="med"/>
            <a:tailEnd type="none" w="med" len="med"/>
          </a:ln>
        </p:spPr>
      </p:cxnSp>
      <p:cxnSp>
        <p:nvCxnSpPr>
          <p:cNvPr id="51" name="Google Shape;51;p5"/>
          <p:cNvCxnSpPr/>
          <p:nvPr/>
        </p:nvCxnSpPr>
        <p:spPr>
          <a:xfrm flipH="1">
            <a:off x="376400" y="2586925"/>
            <a:ext cx="9000" cy="4238400"/>
          </a:xfrm>
          <a:prstGeom prst="straightConnector1">
            <a:avLst/>
          </a:prstGeom>
          <a:noFill/>
          <a:ln w="19050" cap="flat" cmpd="sng">
            <a:solidFill>
              <a:schemeClr val="dk1"/>
            </a:solidFill>
            <a:prstDash val="solid"/>
            <a:round/>
            <a:headEnd type="none" w="med" len="med"/>
            <a:tailEnd type="none" w="med" len="med"/>
          </a:ln>
        </p:spPr>
      </p:cxnSp>
      <p:sp>
        <p:nvSpPr>
          <p:cNvPr id="52" name="Google Shape;52;p5"/>
          <p:cNvSpPr/>
          <p:nvPr/>
        </p:nvSpPr>
        <p:spPr>
          <a:xfrm rot="5400000">
            <a:off x="78238" y="68788"/>
            <a:ext cx="522900" cy="5229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rot="5400000">
            <a:off x="1096613" y="233938"/>
            <a:ext cx="192600" cy="1926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54" name="Google Shape;54;p5"/>
          <p:cNvSpPr/>
          <p:nvPr/>
        </p:nvSpPr>
        <p:spPr>
          <a:xfrm rot="5400000">
            <a:off x="682763" y="233938"/>
            <a:ext cx="192600" cy="1926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03 Talking Points">
  <p:cSld name="CUSTOM_2">
    <p:spTree>
      <p:nvGrpSpPr>
        <p:cNvPr id="1" name="Shape 55"/>
        <p:cNvGrpSpPr/>
        <p:nvPr/>
      </p:nvGrpSpPr>
      <p:grpSpPr>
        <a:xfrm>
          <a:off x="0" y="0"/>
          <a:ext cx="0" cy="0"/>
          <a:chOff x="0" y="0"/>
          <a:chExt cx="0" cy="0"/>
        </a:xfrm>
      </p:grpSpPr>
      <p:sp>
        <p:nvSpPr>
          <p:cNvPr id="56" name="Google Shape;56;p6"/>
          <p:cNvSpPr/>
          <p:nvPr/>
        </p:nvSpPr>
        <p:spPr>
          <a:xfrm>
            <a:off x="0" y="0"/>
            <a:ext cx="11476500" cy="3990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6"/>
          <p:cNvSpPr/>
          <p:nvPr/>
        </p:nvSpPr>
        <p:spPr>
          <a:xfrm>
            <a:off x="580725" y="610225"/>
            <a:ext cx="11360700" cy="4151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 name="Google Shape;58;p6"/>
          <p:cNvCxnSpPr/>
          <p:nvPr/>
        </p:nvCxnSpPr>
        <p:spPr>
          <a:xfrm>
            <a:off x="2352950" y="6302575"/>
            <a:ext cx="4348500" cy="13500"/>
          </a:xfrm>
          <a:prstGeom prst="straightConnector1">
            <a:avLst/>
          </a:prstGeom>
          <a:noFill/>
          <a:ln w="19050" cap="flat" cmpd="sng">
            <a:solidFill>
              <a:schemeClr val="dk1"/>
            </a:solidFill>
            <a:prstDash val="solid"/>
            <a:round/>
            <a:headEnd type="none" w="med" len="med"/>
            <a:tailEnd type="none" w="med" len="med"/>
          </a:ln>
        </p:spPr>
      </p:cxnSp>
      <p:sp>
        <p:nvSpPr>
          <p:cNvPr id="59" name="Google Shape;59;p6"/>
          <p:cNvSpPr/>
          <p:nvPr/>
        </p:nvSpPr>
        <p:spPr>
          <a:xfrm>
            <a:off x="6701450" y="5903350"/>
            <a:ext cx="5516700" cy="633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6"/>
          <p:cNvSpPr/>
          <p:nvPr/>
        </p:nvSpPr>
        <p:spPr>
          <a:xfrm>
            <a:off x="57825" y="3473275"/>
            <a:ext cx="522900" cy="5229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6"/>
          <p:cNvSpPr/>
          <p:nvPr/>
        </p:nvSpPr>
        <p:spPr>
          <a:xfrm>
            <a:off x="222975" y="2785200"/>
            <a:ext cx="192600" cy="1926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62" name="Google Shape;62;p6"/>
          <p:cNvSpPr/>
          <p:nvPr/>
        </p:nvSpPr>
        <p:spPr>
          <a:xfrm>
            <a:off x="222975" y="3199050"/>
            <a:ext cx="192600" cy="1926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63" name="Google Shape;63;p6"/>
          <p:cNvSpPr txBox="1">
            <a:spLocks noGrp="1"/>
          </p:cNvSpPr>
          <p:nvPr>
            <p:ph type="title"/>
          </p:nvPr>
        </p:nvSpPr>
        <p:spPr>
          <a:xfrm>
            <a:off x="1669400" y="1050575"/>
            <a:ext cx="7437900" cy="763500"/>
          </a:xfrm>
          <a:prstGeom prst="rect">
            <a:avLst/>
          </a:prstGeom>
        </p:spPr>
        <p:txBody>
          <a:bodyPr spcFirstLastPara="1" wrap="square" lIns="121900" tIns="121900" rIns="121900" bIns="121900" anchor="t" anchorCtr="0">
            <a:noAutofit/>
          </a:bodyPr>
          <a:lstStyle>
            <a:lvl1pPr marL="0" marR="0" lvl="0" indent="0" algn="l" rtl="0">
              <a:lnSpc>
                <a:spcPct val="100000"/>
              </a:lnSpc>
              <a:spcBef>
                <a:spcPts val="0"/>
              </a:spcBef>
              <a:spcAft>
                <a:spcPts val="0"/>
              </a:spcAft>
              <a:buClr>
                <a:schemeClr val="dk1"/>
              </a:buClr>
              <a:buSzPts val="4000"/>
              <a:buFont typeface="Aldrich"/>
              <a:buNone/>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a:endParaRPr/>
          </a:p>
        </p:txBody>
      </p:sp>
      <p:sp>
        <p:nvSpPr>
          <p:cNvPr id="64" name="Google Shape;64;p6"/>
          <p:cNvSpPr txBox="1">
            <a:spLocks noGrp="1"/>
          </p:cNvSpPr>
          <p:nvPr>
            <p:ph type="body" idx="1"/>
          </p:nvPr>
        </p:nvSpPr>
        <p:spPr>
          <a:xfrm>
            <a:off x="2657025" y="3153925"/>
            <a:ext cx="8955600" cy="2883300"/>
          </a:xfrm>
          <a:prstGeom prst="rect">
            <a:avLst/>
          </a:prstGeom>
        </p:spPr>
        <p:txBody>
          <a:bodyPr spcFirstLastPara="1" wrap="square" lIns="121900" tIns="121900" rIns="121900" bIns="121900" anchor="t" anchorCtr="0">
            <a:noAutofit/>
          </a:bodyPr>
          <a:lstStyle>
            <a:lvl1pPr marL="457200" lvl="0" indent="-349250" rtl="0">
              <a:spcBef>
                <a:spcPts val="0"/>
              </a:spcBef>
              <a:spcAft>
                <a:spcPts val="0"/>
              </a:spcAft>
              <a:buSzPts val="1900"/>
              <a:buChar char="●"/>
              <a:defRPr/>
            </a:lvl1pPr>
            <a:lvl2pPr marL="914400" lvl="1" indent="-349250" rtl="0">
              <a:spcBef>
                <a:spcPts val="2100"/>
              </a:spcBef>
              <a:spcAft>
                <a:spcPts val="0"/>
              </a:spcAft>
              <a:buSzPts val="1900"/>
              <a:buChar char="○"/>
              <a:defRPr/>
            </a:lvl2pPr>
            <a:lvl3pPr marL="1371600" lvl="2" indent="-349250" rtl="0">
              <a:spcBef>
                <a:spcPts val="2100"/>
              </a:spcBef>
              <a:spcAft>
                <a:spcPts val="0"/>
              </a:spcAft>
              <a:buSzPts val="1900"/>
              <a:buChar char="■"/>
              <a:defRPr/>
            </a:lvl3pPr>
            <a:lvl4pPr marL="1828800" lvl="3" indent="-349250" rtl="0">
              <a:spcBef>
                <a:spcPts val="2100"/>
              </a:spcBef>
              <a:spcAft>
                <a:spcPts val="0"/>
              </a:spcAft>
              <a:buSzPts val="1900"/>
              <a:buChar char="●"/>
              <a:defRPr/>
            </a:lvl4pPr>
            <a:lvl5pPr marL="2286000" lvl="4" indent="-349250" rtl="0">
              <a:spcBef>
                <a:spcPts val="2100"/>
              </a:spcBef>
              <a:spcAft>
                <a:spcPts val="0"/>
              </a:spcAft>
              <a:buSzPts val="1900"/>
              <a:buChar char="○"/>
              <a:defRPr/>
            </a:lvl5pPr>
            <a:lvl6pPr marL="2743200" lvl="5" indent="-349250" rtl="0">
              <a:spcBef>
                <a:spcPts val="2100"/>
              </a:spcBef>
              <a:spcAft>
                <a:spcPts val="0"/>
              </a:spcAft>
              <a:buSzPts val="1900"/>
              <a:buChar char="■"/>
              <a:defRPr/>
            </a:lvl6pPr>
            <a:lvl7pPr marL="3200400" lvl="6" indent="-349250" rtl="0">
              <a:spcBef>
                <a:spcPts val="2100"/>
              </a:spcBef>
              <a:spcAft>
                <a:spcPts val="0"/>
              </a:spcAft>
              <a:buSzPts val="1900"/>
              <a:buChar char="●"/>
              <a:defRPr/>
            </a:lvl7pPr>
            <a:lvl8pPr marL="3657600" lvl="7" indent="-349250" rtl="0">
              <a:spcBef>
                <a:spcPts val="2100"/>
              </a:spcBef>
              <a:spcAft>
                <a:spcPts val="0"/>
              </a:spcAft>
              <a:buSzPts val="1900"/>
              <a:buChar char="○"/>
              <a:defRPr/>
            </a:lvl8pPr>
            <a:lvl9pPr marL="4114800" lvl="8" indent="-349250" rtl="0">
              <a:spcBef>
                <a:spcPts val="2100"/>
              </a:spcBef>
              <a:spcAft>
                <a:spcPts val="2100"/>
              </a:spcAft>
              <a:buSzPts val="19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013 Six columns">
  <p:cSld name="CUSTOM_12">
    <p:spTree>
      <p:nvGrpSpPr>
        <p:cNvPr id="1" name="Shape 168"/>
        <p:cNvGrpSpPr/>
        <p:nvPr/>
      </p:nvGrpSpPr>
      <p:grpSpPr>
        <a:xfrm>
          <a:off x="0" y="0"/>
          <a:ext cx="0" cy="0"/>
          <a:chOff x="0" y="0"/>
          <a:chExt cx="0" cy="0"/>
        </a:xfrm>
      </p:grpSpPr>
      <p:sp>
        <p:nvSpPr>
          <p:cNvPr id="169" name="Google Shape;169;p16"/>
          <p:cNvSpPr/>
          <p:nvPr/>
        </p:nvSpPr>
        <p:spPr>
          <a:xfrm>
            <a:off x="520100" y="433950"/>
            <a:ext cx="11181600" cy="5985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6"/>
          <p:cNvSpPr/>
          <p:nvPr/>
        </p:nvSpPr>
        <p:spPr>
          <a:xfrm rot="-5400000">
            <a:off x="11021163" y="612238"/>
            <a:ext cx="522900" cy="5229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6"/>
          <p:cNvSpPr/>
          <p:nvPr/>
        </p:nvSpPr>
        <p:spPr>
          <a:xfrm rot="-5400000">
            <a:off x="10333088" y="777388"/>
            <a:ext cx="192600" cy="1926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72" name="Google Shape;172;p16"/>
          <p:cNvSpPr/>
          <p:nvPr/>
        </p:nvSpPr>
        <p:spPr>
          <a:xfrm rot="-5400000">
            <a:off x="10746938" y="777388"/>
            <a:ext cx="192600" cy="1926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73" name="Google Shape;173;p16"/>
          <p:cNvSpPr/>
          <p:nvPr/>
        </p:nvSpPr>
        <p:spPr>
          <a:xfrm>
            <a:off x="11669100" y="0"/>
            <a:ext cx="522900" cy="5229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6"/>
          <p:cNvSpPr/>
          <p:nvPr/>
        </p:nvSpPr>
        <p:spPr>
          <a:xfrm>
            <a:off x="11834250" y="674250"/>
            <a:ext cx="192600" cy="1926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75" name="Google Shape;175;p16"/>
          <p:cNvSpPr/>
          <p:nvPr/>
        </p:nvSpPr>
        <p:spPr>
          <a:xfrm>
            <a:off x="11834250" y="1088100"/>
            <a:ext cx="192600" cy="1926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cxnSp>
        <p:nvCxnSpPr>
          <p:cNvPr id="176" name="Google Shape;176;p16"/>
          <p:cNvCxnSpPr/>
          <p:nvPr/>
        </p:nvCxnSpPr>
        <p:spPr>
          <a:xfrm>
            <a:off x="11926050" y="1582475"/>
            <a:ext cx="4500" cy="2834700"/>
          </a:xfrm>
          <a:prstGeom prst="straightConnector1">
            <a:avLst/>
          </a:prstGeom>
          <a:noFill/>
          <a:ln w="19050" cap="flat" cmpd="sng">
            <a:solidFill>
              <a:schemeClr val="dk1"/>
            </a:solidFill>
            <a:prstDash val="solid"/>
            <a:round/>
            <a:headEnd type="none" w="med" len="med"/>
            <a:tailEnd type="none" w="med" len="med"/>
          </a:ln>
        </p:spPr>
      </p:cxnSp>
      <p:cxnSp>
        <p:nvCxnSpPr>
          <p:cNvPr id="177" name="Google Shape;177;p16"/>
          <p:cNvCxnSpPr/>
          <p:nvPr/>
        </p:nvCxnSpPr>
        <p:spPr>
          <a:xfrm>
            <a:off x="383050" y="2408075"/>
            <a:ext cx="4500" cy="2834700"/>
          </a:xfrm>
          <a:prstGeom prst="straightConnector1">
            <a:avLst/>
          </a:prstGeom>
          <a:noFill/>
          <a:ln w="19050" cap="flat" cmpd="sng">
            <a:solidFill>
              <a:schemeClr val="dk1"/>
            </a:solidFill>
            <a:prstDash val="solid"/>
            <a:round/>
            <a:headEnd type="none" w="med" len="med"/>
            <a:tailEnd type="none" w="med" len="med"/>
          </a:ln>
        </p:spPr>
      </p:cxnSp>
      <p:cxnSp>
        <p:nvCxnSpPr>
          <p:cNvPr id="178" name="Google Shape;178;p16"/>
          <p:cNvCxnSpPr/>
          <p:nvPr/>
        </p:nvCxnSpPr>
        <p:spPr>
          <a:xfrm>
            <a:off x="5407825" y="6550275"/>
            <a:ext cx="4348500" cy="13500"/>
          </a:xfrm>
          <a:prstGeom prst="straightConnector1">
            <a:avLst/>
          </a:prstGeom>
          <a:noFill/>
          <a:ln w="19050" cap="flat" cmpd="sng">
            <a:solidFill>
              <a:schemeClr val="dk1"/>
            </a:solidFill>
            <a:prstDash val="solid"/>
            <a:round/>
            <a:headEnd type="none" w="med" len="med"/>
            <a:tailEnd type="none" w="med" len="med"/>
          </a:ln>
        </p:spPr>
      </p:cxnSp>
      <p:cxnSp>
        <p:nvCxnSpPr>
          <p:cNvPr id="179" name="Google Shape;179;p16"/>
          <p:cNvCxnSpPr/>
          <p:nvPr/>
        </p:nvCxnSpPr>
        <p:spPr>
          <a:xfrm>
            <a:off x="2298925" y="254700"/>
            <a:ext cx="4348500" cy="13500"/>
          </a:xfrm>
          <a:prstGeom prst="straightConnector1">
            <a:avLst/>
          </a:prstGeom>
          <a:noFill/>
          <a:ln w="19050" cap="flat" cmpd="sng">
            <a:solidFill>
              <a:schemeClr val="dk1"/>
            </a:solidFill>
            <a:prstDash val="solid"/>
            <a:round/>
            <a:headEnd type="none" w="med" len="med"/>
            <a:tailEnd type="none" w="med" len="med"/>
          </a:ln>
        </p:spPr>
      </p:cxnSp>
      <p:sp>
        <p:nvSpPr>
          <p:cNvPr id="180" name="Google Shape;180;p16"/>
          <p:cNvSpPr/>
          <p:nvPr/>
        </p:nvSpPr>
        <p:spPr>
          <a:xfrm rot="-2700000">
            <a:off x="-185251" y="833624"/>
            <a:ext cx="2584192" cy="546452"/>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6"/>
          <p:cNvSpPr/>
          <p:nvPr/>
        </p:nvSpPr>
        <p:spPr>
          <a:xfrm rot="-2700000">
            <a:off x="9793049" y="5477924"/>
            <a:ext cx="2584192" cy="546452"/>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6"/>
          <p:cNvSpPr txBox="1">
            <a:spLocks noGrp="1"/>
          </p:cNvSpPr>
          <p:nvPr>
            <p:ph type="subTitle" idx="1"/>
          </p:nvPr>
        </p:nvSpPr>
        <p:spPr>
          <a:xfrm>
            <a:off x="2625400" y="1706400"/>
            <a:ext cx="3250500" cy="606900"/>
          </a:xfrm>
          <a:prstGeom prst="rect">
            <a:avLst/>
          </a:prstGeom>
        </p:spPr>
        <p:txBody>
          <a:bodyPr spcFirstLastPara="1" wrap="square" lIns="121900" tIns="121900" rIns="121900" bIns="121900" anchor="t" anchorCtr="0">
            <a:noAutofit/>
          </a:bodyPr>
          <a:lstStyle>
            <a:lvl1pPr lvl="0" rtl="0">
              <a:spcBef>
                <a:spcPts val="0"/>
              </a:spcBef>
              <a:spcAft>
                <a:spcPts val="0"/>
              </a:spcAft>
              <a:buClr>
                <a:schemeClr val="lt1"/>
              </a:buClr>
              <a:buSzPts val="1800"/>
              <a:buNone/>
              <a:defRPr sz="1800" b="1">
                <a:solidFill>
                  <a:schemeClr val="lt1"/>
                </a:solidFill>
              </a:defRPr>
            </a:lvl1pPr>
            <a:lvl2pPr lvl="1" rtl="0">
              <a:spcBef>
                <a:spcPts val="2100"/>
              </a:spcBef>
              <a:spcAft>
                <a:spcPts val="0"/>
              </a:spcAft>
              <a:buClr>
                <a:schemeClr val="lt1"/>
              </a:buClr>
              <a:buSzPts val="1800"/>
              <a:buNone/>
              <a:defRPr sz="1800" b="1">
                <a:solidFill>
                  <a:schemeClr val="lt1"/>
                </a:solidFill>
              </a:defRPr>
            </a:lvl2pPr>
            <a:lvl3pPr lvl="2" rtl="0">
              <a:spcBef>
                <a:spcPts val="2100"/>
              </a:spcBef>
              <a:spcAft>
                <a:spcPts val="0"/>
              </a:spcAft>
              <a:buClr>
                <a:schemeClr val="lt1"/>
              </a:buClr>
              <a:buSzPts val="1800"/>
              <a:buNone/>
              <a:defRPr sz="1800" b="1">
                <a:solidFill>
                  <a:schemeClr val="lt1"/>
                </a:solidFill>
              </a:defRPr>
            </a:lvl3pPr>
            <a:lvl4pPr lvl="3" rtl="0">
              <a:spcBef>
                <a:spcPts val="2100"/>
              </a:spcBef>
              <a:spcAft>
                <a:spcPts val="0"/>
              </a:spcAft>
              <a:buClr>
                <a:schemeClr val="lt1"/>
              </a:buClr>
              <a:buSzPts val="1800"/>
              <a:buNone/>
              <a:defRPr sz="1800" b="1">
                <a:solidFill>
                  <a:schemeClr val="lt1"/>
                </a:solidFill>
              </a:defRPr>
            </a:lvl4pPr>
            <a:lvl5pPr lvl="4" rtl="0">
              <a:spcBef>
                <a:spcPts val="2100"/>
              </a:spcBef>
              <a:spcAft>
                <a:spcPts val="0"/>
              </a:spcAft>
              <a:buClr>
                <a:schemeClr val="lt1"/>
              </a:buClr>
              <a:buSzPts val="1800"/>
              <a:buNone/>
              <a:defRPr sz="1800" b="1">
                <a:solidFill>
                  <a:schemeClr val="lt1"/>
                </a:solidFill>
              </a:defRPr>
            </a:lvl5pPr>
            <a:lvl6pPr lvl="5" rtl="0">
              <a:spcBef>
                <a:spcPts val="2100"/>
              </a:spcBef>
              <a:spcAft>
                <a:spcPts val="0"/>
              </a:spcAft>
              <a:buClr>
                <a:schemeClr val="lt1"/>
              </a:buClr>
              <a:buSzPts val="1800"/>
              <a:buNone/>
              <a:defRPr sz="1800" b="1">
                <a:solidFill>
                  <a:schemeClr val="lt1"/>
                </a:solidFill>
              </a:defRPr>
            </a:lvl6pPr>
            <a:lvl7pPr lvl="6" rtl="0">
              <a:spcBef>
                <a:spcPts val="2100"/>
              </a:spcBef>
              <a:spcAft>
                <a:spcPts val="0"/>
              </a:spcAft>
              <a:buClr>
                <a:schemeClr val="lt1"/>
              </a:buClr>
              <a:buSzPts val="1800"/>
              <a:buNone/>
              <a:defRPr sz="1800" b="1">
                <a:solidFill>
                  <a:schemeClr val="lt1"/>
                </a:solidFill>
              </a:defRPr>
            </a:lvl7pPr>
            <a:lvl8pPr lvl="7" rtl="0">
              <a:spcBef>
                <a:spcPts val="2100"/>
              </a:spcBef>
              <a:spcAft>
                <a:spcPts val="0"/>
              </a:spcAft>
              <a:buClr>
                <a:schemeClr val="lt1"/>
              </a:buClr>
              <a:buSzPts val="1800"/>
              <a:buNone/>
              <a:defRPr sz="1800" b="1">
                <a:solidFill>
                  <a:schemeClr val="lt1"/>
                </a:solidFill>
              </a:defRPr>
            </a:lvl8pPr>
            <a:lvl9pPr lvl="8" rtl="0">
              <a:spcBef>
                <a:spcPts val="2100"/>
              </a:spcBef>
              <a:spcAft>
                <a:spcPts val="2100"/>
              </a:spcAft>
              <a:buClr>
                <a:schemeClr val="lt1"/>
              </a:buClr>
              <a:buSzPts val="1800"/>
              <a:buNone/>
              <a:defRPr sz="1800" b="1">
                <a:solidFill>
                  <a:schemeClr val="lt1"/>
                </a:solidFill>
              </a:defRPr>
            </a:lvl9pPr>
          </a:lstStyle>
          <a:p>
            <a:endParaRPr/>
          </a:p>
        </p:txBody>
      </p:sp>
      <p:sp>
        <p:nvSpPr>
          <p:cNvPr id="183" name="Google Shape;183;p16"/>
          <p:cNvSpPr txBox="1">
            <a:spLocks noGrp="1"/>
          </p:cNvSpPr>
          <p:nvPr>
            <p:ph type="subTitle" idx="2"/>
          </p:nvPr>
        </p:nvSpPr>
        <p:spPr>
          <a:xfrm>
            <a:off x="2625400" y="3182125"/>
            <a:ext cx="3250500" cy="606900"/>
          </a:xfrm>
          <a:prstGeom prst="rect">
            <a:avLst/>
          </a:prstGeom>
        </p:spPr>
        <p:txBody>
          <a:bodyPr spcFirstLastPara="1" wrap="square" lIns="121900" tIns="121900" rIns="121900" bIns="121900" anchor="t" anchorCtr="0">
            <a:noAutofit/>
          </a:bodyPr>
          <a:lstStyle>
            <a:lvl1pPr lvl="0" rtl="0">
              <a:spcBef>
                <a:spcPts val="0"/>
              </a:spcBef>
              <a:spcAft>
                <a:spcPts val="0"/>
              </a:spcAft>
              <a:buClr>
                <a:schemeClr val="lt1"/>
              </a:buClr>
              <a:buSzPts val="1800"/>
              <a:buNone/>
              <a:defRPr sz="1800" b="1">
                <a:solidFill>
                  <a:schemeClr val="lt1"/>
                </a:solidFill>
              </a:defRPr>
            </a:lvl1pPr>
            <a:lvl2pPr lvl="1" rtl="0">
              <a:spcBef>
                <a:spcPts val="2100"/>
              </a:spcBef>
              <a:spcAft>
                <a:spcPts val="0"/>
              </a:spcAft>
              <a:buClr>
                <a:schemeClr val="lt1"/>
              </a:buClr>
              <a:buSzPts val="1800"/>
              <a:buNone/>
              <a:defRPr sz="1800" b="1">
                <a:solidFill>
                  <a:schemeClr val="lt1"/>
                </a:solidFill>
              </a:defRPr>
            </a:lvl2pPr>
            <a:lvl3pPr lvl="2" rtl="0">
              <a:spcBef>
                <a:spcPts val="2100"/>
              </a:spcBef>
              <a:spcAft>
                <a:spcPts val="0"/>
              </a:spcAft>
              <a:buClr>
                <a:schemeClr val="lt1"/>
              </a:buClr>
              <a:buSzPts val="1800"/>
              <a:buNone/>
              <a:defRPr sz="1800" b="1">
                <a:solidFill>
                  <a:schemeClr val="lt1"/>
                </a:solidFill>
              </a:defRPr>
            </a:lvl3pPr>
            <a:lvl4pPr lvl="3" rtl="0">
              <a:spcBef>
                <a:spcPts val="2100"/>
              </a:spcBef>
              <a:spcAft>
                <a:spcPts val="0"/>
              </a:spcAft>
              <a:buClr>
                <a:schemeClr val="lt1"/>
              </a:buClr>
              <a:buSzPts val="1800"/>
              <a:buNone/>
              <a:defRPr sz="1800" b="1">
                <a:solidFill>
                  <a:schemeClr val="lt1"/>
                </a:solidFill>
              </a:defRPr>
            </a:lvl4pPr>
            <a:lvl5pPr lvl="4" rtl="0">
              <a:spcBef>
                <a:spcPts val="2100"/>
              </a:spcBef>
              <a:spcAft>
                <a:spcPts val="0"/>
              </a:spcAft>
              <a:buClr>
                <a:schemeClr val="lt1"/>
              </a:buClr>
              <a:buSzPts val="1800"/>
              <a:buNone/>
              <a:defRPr sz="1800" b="1">
                <a:solidFill>
                  <a:schemeClr val="lt1"/>
                </a:solidFill>
              </a:defRPr>
            </a:lvl5pPr>
            <a:lvl6pPr lvl="5" rtl="0">
              <a:spcBef>
                <a:spcPts val="2100"/>
              </a:spcBef>
              <a:spcAft>
                <a:spcPts val="0"/>
              </a:spcAft>
              <a:buClr>
                <a:schemeClr val="lt1"/>
              </a:buClr>
              <a:buSzPts val="1800"/>
              <a:buNone/>
              <a:defRPr sz="1800" b="1">
                <a:solidFill>
                  <a:schemeClr val="lt1"/>
                </a:solidFill>
              </a:defRPr>
            </a:lvl6pPr>
            <a:lvl7pPr lvl="6" rtl="0">
              <a:spcBef>
                <a:spcPts val="2100"/>
              </a:spcBef>
              <a:spcAft>
                <a:spcPts val="0"/>
              </a:spcAft>
              <a:buClr>
                <a:schemeClr val="lt1"/>
              </a:buClr>
              <a:buSzPts val="1800"/>
              <a:buNone/>
              <a:defRPr sz="1800" b="1">
                <a:solidFill>
                  <a:schemeClr val="lt1"/>
                </a:solidFill>
              </a:defRPr>
            </a:lvl7pPr>
            <a:lvl8pPr lvl="7" rtl="0">
              <a:spcBef>
                <a:spcPts val="2100"/>
              </a:spcBef>
              <a:spcAft>
                <a:spcPts val="0"/>
              </a:spcAft>
              <a:buClr>
                <a:schemeClr val="lt1"/>
              </a:buClr>
              <a:buSzPts val="1800"/>
              <a:buNone/>
              <a:defRPr sz="1800" b="1">
                <a:solidFill>
                  <a:schemeClr val="lt1"/>
                </a:solidFill>
              </a:defRPr>
            </a:lvl8pPr>
            <a:lvl9pPr lvl="8" rtl="0">
              <a:spcBef>
                <a:spcPts val="2100"/>
              </a:spcBef>
              <a:spcAft>
                <a:spcPts val="2100"/>
              </a:spcAft>
              <a:buClr>
                <a:schemeClr val="lt1"/>
              </a:buClr>
              <a:buSzPts val="1800"/>
              <a:buNone/>
              <a:defRPr sz="1800" b="1">
                <a:solidFill>
                  <a:schemeClr val="lt1"/>
                </a:solidFill>
              </a:defRPr>
            </a:lvl9pPr>
          </a:lstStyle>
          <a:p>
            <a:endParaRPr/>
          </a:p>
        </p:txBody>
      </p:sp>
      <p:sp>
        <p:nvSpPr>
          <p:cNvPr id="184" name="Google Shape;184;p16"/>
          <p:cNvSpPr txBox="1">
            <a:spLocks noGrp="1"/>
          </p:cNvSpPr>
          <p:nvPr>
            <p:ph type="subTitle" idx="3"/>
          </p:nvPr>
        </p:nvSpPr>
        <p:spPr>
          <a:xfrm>
            <a:off x="2625400" y="4687580"/>
            <a:ext cx="3250500" cy="606900"/>
          </a:xfrm>
          <a:prstGeom prst="rect">
            <a:avLst/>
          </a:prstGeom>
        </p:spPr>
        <p:txBody>
          <a:bodyPr spcFirstLastPara="1" wrap="square" lIns="121900" tIns="121900" rIns="121900" bIns="121900" anchor="t" anchorCtr="0">
            <a:noAutofit/>
          </a:bodyPr>
          <a:lstStyle>
            <a:lvl1pPr lvl="0" rtl="0">
              <a:spcBef>
                <a:spcPts val="0"/>
              </a:spcBef>
              <a:spcAft>
                <a:spcPts val="0"/>
              </a:spcAft>
              <a:buClr>
                <a:schemeClr val="lt1"/>
              </a:buClr>
              <a:buSzPts val="1800"/>
              <a:buNone/>
              <a:defRPr sz="1800" b="1">
                <a:solidFill>
                  <a:schemeClr val="lt1"/>
                </a:solidFill>
              </a:defRPr>
            </a:lvl1pPr>
            <a:lvl2pPr lvl="1" rtl="0">
              <a:spcBef>
                <a:spcPts val="2100"/>
              </a:spcBef>
              <a:spcAft>
                <a:spcPts val="0"/>
              </a:spcAft>
              <a:buClr>
                <a:schemeClr val="lt1"/>
              </a:buClr>
              <a:buSzPts val="1800"/>
              <a:buNone/>
              <a:defRPr sz="1800" b="1">
                <a:solidFill>
                  <a:schemeClr val="lt1"/>
                </a:solidFill>
              </a:defRPr>
            </a:lvl2pPr>
            <a:lvl3pPr lvl="2" rtl="0">
              <a:spcBef>
                <a:spcPts val="2100"/>
              </a:spcBef>
              <a:spcAft>
                <a:spcPts val="0"/>
              </a:spcAft>
              <a:buClr>
                <a:schemeClr val="lt1"/>
              </a:buClr>
              <a:buSzPts val="1800"/>
              <a:buNone/>
              <a:defRPr sz="1800" b="1">
                <a:solidFill>
                  <a:schemeClr val="lt1"/>
                </a:solidFill>
              </a:defRPr>
            </a:lvl3pPr>
            <a:lvl4pPr lvl="3" rtl="0">
              <a:spcBef>
                <a:spcPts val="2100"/>
              </a:spcBef>
              <a:spcAft>
                <a:spcPts val="0"/>
              </a:spcAft>
              <a:buClr>
                <a:schemeClr val="lt1"/>
              </a:buClr>
              <a:buSzPts val="1800"/>
              <a:buNone/>
              <a:defRPr sz="1800" b="1">
                <a:solidFill>
                  <a:schemeClr val="lt1"/>
                </a:solidFill>
              </a:defRPr>
            </a:lvl4pPr>
            <a:lvl5pPr lvl="4" rtl="0">
              <a:spcBef>
                <a:spcPts val="2100"/>
              </a:spcBef>
              <a:spcAft>
                <a:spcPts val="0"/>
              </a:spcAft>
              <a:buClr>
                <a:schemeClr val="lt1"/>
              </a:buClr>
              <a:buSzPts val="1800"/>
              <a:buNone/>
              <a:defRPr sz="1800" b="1">
                <a:solidFill>
                  <a:schemeClr val="lt1"/>
                </a:solidFill>
              </a:defRPr>
            </a:lvl5pPr>
            <a:lvl6pPr lvl="5" rtl="0">
              <a:spcBef>
                <a:spcPts val="2100"/>
              </a:spcBef>
              <a:spcAft>
                <a:spcPts val="0"/>
              </a:spcAft>
              <a:buClr>
                <a:schemeClr val="lt1"/>
              </a:buClr>
              <a:buSzPts val="1800"/>
              <a:buNone/>
              <a:defRPr sz="1800" b="1">
                <a:solidFill>
                  <a:schemeClr val="lt1"/>
                </a:solidFill>
              </a:defRPr>
            </a:lvl6pPr>
            <a:lvl7pPr lvl="6" rtl="0">
              <a:spcBef>
                <a:spcPts val="2100"/>
              </a:spcBef>
              <a:spcAft>
                <a:spcPts val="0"/>
              </a:spcAft>
              <a:buClr>
                <a:schemeClr val="lt1"/>
              </a:buClr>
              <a:buSzPts val="1800"/>
              <a:buNone/>
              <a:defRPr sz="1800" b="1">
                <a:solidFill>
                  <a:schemeClr val="lt1"/>
                </a:solidFill>
              </a:defRPr>
            </a:lvl7pPr>
            <a:lvl8pPr lvl="7" rtl="0">
              <a:spcBef>
                <a:spcPts val="2100"/>
              </a:spcBef>
              <a:spcAft>
                <a:spcPts val="0"/>
              </a:spcAft>
              <a:buClr>
                <a:schemeClr val="lt1"/>
              </a:buClr>
              <a:buSzPts val="1800"/>
              <a:buNone/>
              <a:defRPr sz="1800" b="1">
                <a:solidFill>
                  <a:schemeClr val="lt1"/>
                </a:solidFill>
              </a:defRPr>
            </a:lvl8pPr>
            <a:lvl9pPr lvl="8" rtl="0">
              <a:spcBef>
                <a:spcPts val="2100"/>
              </a:spcBef>
              <a:spcAft>
                <a:spcPts val="2100"/>
              </a:spcAft>
              <a:buClr>
                <a:schemeClr val="lt1"/>
              </a:buClr>
              <a:buSzPts val="1800"/>
              <a:buNone/>
              <a:defRPr sz="1800" b="1">
                <a:solidFill>
                  <a:schemeClr val="lt1"/>
                </a:solidFill>
              </a:defRPr>
            </a:lvl9pPr>
          </a:lstStyle>
          <a:p>
            <a:endParaRPr/>
          </a:p>
        </p:txBody>
      </p:sp>
      <p:sp>
        <p:nvSpPr>
          <p:cNvPr id="185" name="Google Shape;185;p16"/>
          <p:cNvSpPr txBox="1">
            <a:spLocks noGrp="1"/>
          </p:cNvSpPr>
          <p:nvPr>
            <p:ph type="subTitle" idx="4"/>
          </p:nvPr>
        </p:nvSpPr>
        <p:spPr>
          <a:xfrm>
            <a:off x="6476787" y="1723750"/>
            <a:ext cx="3250500" cy="606900"/>
          </a:xfrm>
          <a:prstGeom prst="rect">
            <a:avLst/>
          </a:prstGeom>
        </p:spPr>
        <p:txBody>
          <a:bodyPr spcFirstLastPara="1" wrap="square" lIns="121900" tIns="121900" rIns="121900" bIns="121900" anchor="t" anchorCtr="0">
            <a:noAutofit/>
          </a:bodyPr>
          <a:lstStyle>
            <a:lvl1pPr lvl="0" rtl="0">
              <a:spcBef>
                <a:spcPts val="0"/>
              </a:spcBef>
              <a:spcAft>
                <a:spcPts val="0"/>
              </a:spcAft>
              <a:buClr>
                <a:schemeClr val="lt1"/>
              </a:buClr>
              <a:buSzPts val="1800"/>
              <a:buNone/>
              <a:defRPr sz="1800" b="1">
                <a:solidFill>
                  <a:schemeClr val="lt1"/>
                </a:solidFill>
              </a:defRPr>
            </a:lvl1pPr>
            <a:lvl2pPr lvl="1" rtl="0">
              <a:spcBef>
                <a:spcPts val="2100"/>
              </a:spcBef>
              <a:spcAft>
                <a:spcPts val="0"/>
              </a:spcAft>
              <a:buClr>
                <a:schemeClr val="lt1"/>
              </a:buClr>
              <a:buSzPts val="1800"/>
              <a:buNone/>
              <a:defRPr sz="1800" b="1">
                <a:solidFill>
                  <a:schemeClr val="lt1"/>
                </a:solidFill>
              </a:defRPr>
            </a:lvl2pPr>
            <a:lvl3pPr lvl="2" rtl="0">
              <a:spcBef>
                <a:spcPts val="2100"/>
              </a:spcBef>
              <a:spcAft>
                <a:spcPts val="0"/>
              </a:spcAft>
              <a:buClr>
                <a:schemeClr val="lt1"/>
              </a:buClr>
              <a:buSzPts val="1800"/>
              <a:buNone/>
              <a:defRPr sz="1800" b="1">
                <a:solidFill>
                  <a:schemeClr val="lt1"/>
                </a:solidFill>
              </a:defRPr>
            </a:lvl3pPr>
            <a:lvl4pPr lvl="3" rtl="0">
              <a:spcBef>
                <a:spcPts val="2100"/>
              </a:spcBef>
              <a:spcAft>
                <a:spcPts val="0"/>
              </a:spcAft>
              <a:buClr>
                <a:schemeClr val="lt1"/>
              </a:buClr>
              <a:buSzPts val="1800"/>
              <a:buNone/>
              <a:defRPr sz="1800" b="1">
                <a:solidFill>
                  <a:schemeClr val="lt1"/>
                </a:solidFill>
              </a:defRPr>
            </a:lvl4pPr>
            <a:lvl5pPr lvl="4" rtl="0">
              <a:spcBef>
                <a:spcPts val="2100"/>
              </a:spcBef>
              <a:spcAft>
                <a:spcPts val="0"/>
              </a:spcAft>
              <a:buClr>
                <a:schemeClr val="lt1"/>
              </a:buClr>
              <a:buSzPts val="1800"/>
              <a:buNone/>
              <a:defRPr sz="1800" b="1">
                <a:solidFill>
                  <a:schemeClr val="lt1"/>
                </a:solidFill>
              </a:defRPr>
            </a:lvl5pPr>
            <a:lvl6pPr lvl="5" rtl="0">
              <a:spcBef>
                <a:spcPts val="2100"/>
              </a:spcBef>
              <a:spcAft>
                <a:spcPts val="0"/>
              </a:spcAft>
              <a:buClr>
                <a:schemeClr val="lt1"/>
              </a:buClr>
              <a:buSzPts val="1800"/>
              <a:buNone/>
              <a:defRPr sz="1800" b="1">
                <a:solidFill>
                  <a:schemeClr val="lt1"/>
                </a:solidFill>
              </a:defRPr>
            </a:lvl6pPr>
            <a:lvl7pPr lvl="6" rtl="0">
              <a:spcBef>
                <a:spcPts val="2100"/>
              </a:spcBef>
              <a:spcAft>
                <a:spcPts val="0"/>
              </a:spcAft>
              <a:buClr>
                <a:schemeClr val="lt1"/>
              </a:buClr>
              <a:buSzPts val="1800"/>
              <a:buNone/>
              <a:defRPr sz="1800" b="1">
                <a:solidFill>
                  <a:schemeClr val="lt1"/>
                </a:solidFill>
              </a:defRPr>
            </a:lvl7pPr>
            <a:lvl8pPr lvl="7" rtl="0">
              <a:spcBef>
                <a:spcPts val="2100"/>
              </a:spcBef>
              <a:spcAft>
                <a:spcPts val="0"/>
              </a:spcAft>
              <a:buClr>
                <a:schemeClr val="lt1"/>
              </a:buClr>
              <a:buSzPts val="1800"/>
              <a:buNone/>
              <a:defRPr sz="1800" b="1">
                <a:solidFill>
                  <a:schemeClr val="lt1"/>
                </a:solidFill>
              </a:defRPr>
            </a:lvl8pPr>
            <a:lvl9pPr lvl="8" rtl="0">
              <a:spcBef>
                <a:spcPts val="2100"/>
              </a:spcBef>
              <a:spcAft>
                <a:spcPts val="2100"/>
              </a:spcAft>
              <a:buClr>
                <a:schemeClr val="lt1"/>
              </a:buClr>
              <a:buSzPts val="1800"/>
              <a:buNone/>
              <a:defRPr sz="1800" b="1">
                <a:solidFill>
                  <a:schemeClr val="lt1"/>
                </a:solidFill>
              </a:defRPr>
            </a:lvl9pPr>
          </a:lstStyle>
          <a:p>
            <a:endParaRPr/>
          </a:p>
        </p:txBody>
      </p:sp>
      <p:sp>
        <p:nvSpPr>
          <p:cNvPr id="186" name="Google Shape;186;p16"/>
          <p:cNvSpPr txBox="1">
            <a:spLocks noGrp="1"/>
          </p:cNvSpPr>
          <p:nvPr>
            <p:ph type="subTitle" idx="5"/>
          </p:nvPr>
        </p:nvSpPr>
        <p:spPr>
          <a:xfrm>
            <a:off x="6476787" y="3182125"/>
            <a:ext cx="3250500" cy="606900"/>
          </a:xfrm>
          <a:prstGeom prst="rect">
            <a:avLst/>
          </a:prstGeom>
        </p:spPr>
        <p:txBody>
          <a:bodyPr spcFirstLastPara="1" wrap="square" lIns="121900" tIns="121900" rIns="121900" bIns="121900" anchor="t" anchorCtr="0">
            <a:noAutofit/>
          </a:bodyPr>
          <a:lstStyle>
            <a:lvl1pPr lvl="0" rtl="0">
              <a:spcBef>
                <a:spcPts val="0"/>
              </a:spcBef>
              <a:spcAft>
                <a:spcPts val="0"/>
              </a:spcAft>
              <a:buClr>
                <a:schemeClr val="lt1"/>
              </a:buClr>
              <a:buSzPts val="1800"/>
              <a:buNone/>
              <a:defRPr sz="1800" b="1">
                <a:solidFill>
                  <a:schemeClr val="lt1"/>
                </a:solidFill>
              </a:defRPr>
            </a:lvl1pPr>
            <a:lvl2pPr lvl="1" rtl="0">
              <a:spcBef>
                <a:spcPts val="2100"/>
              </a:spcBef>
              <a:spcAft>
                <a:spcPts val="0"/>
              </a:spcAft>
              <a:buClr>
                <a:schemeClr val="lt1"/>
              </a:buClr>
              <a:buSzPts val="1800"/>
              <a:buNone/>
              <a:defRPr sz="1800" b="1">
                <a:solidFill>
                  <a:schemeClr val="lt1"/>
                </a:solidFill>
              </a:defRPr>
            </a:lvl2pPr>
            <a:lvl3pPr lvl="2" rtl="0">
              <a:spcBef>
                <a:spcPts val="2100"/>
              </a:spcBef>
              <a:spcAft>
                <a:spcPts val="0"/>
              </a:spcAft>
              <a:buClr>
                <a:schemeClr val="lt1"/>
              </a:buClr>
              <a:buSzPts val="1800"/>
              <a:buNone/>
              <a:defRPr sz="1800" b="1">
                <a:solidFill>
                  <a:schemeClr val="lt1"/>
                </a:solidFill>
              </a:defRPr>
            </a:lvl3pPr>
            <a:lvl4pPr lvl="3" rtl="0">
              <a:spcBef>
                <a:spcPts val="2100"/>
              </a:spcBef>
              <a:spcAft>
                <a:spcPts val="0"/>
              </a:spcAft>
              <a:buClr>
                <a:schemeClr val="lt1"/>
              </a:buClr>
              <a:buSzPts val="1800"/>
              <a:buNone/>
              <a:defRPr sz="1800" b="1">
                <a:solidFill>
                  <a:schemeClr val="lt1"/>
                </a:solidFill>
              </a:defRPr>
            </a:lvl4pPr>
            <a:lvl5pPr lvl="4" rtl="0">
              <a:spcBef>
                <a:spcPts val="2100"/>
              </a:spcBef>
              <a:spcAft>
                <a:spcPts val="0"/>
              </a:spcAft>
              <a:buClr>
                <a:schemeClr val="lt1"/>
              </a:buClr>
              <a:buSzPts val="1800"/>
              <a:buNone/>
              <a:defRPr sz="1800" b="1">
                <a:solidFill>
                  <a:schemeClr val="lt1"/>
                </a:solidFill>
              </a:defRPr>
            </a:lvl5pPr>
            <a:lvl6pPr lvl="5" rtl="0">
              <a:spcBef>
                <a:spcPts val="2100"/>
              </a:spcBef>
              <a:spcAft>
                <a:spcPts val="0"/>
              </a:spcAft>
              <a:buClr>
                <a:schemeClr val="lt1"/>
              </a:buClr>
              <a:buSzPts val="1800"/>
              <a:buNone/>
              <a:defRPr sz="1800" b="1">
                <a:solidFill>
                  <a:schemeClr val="lt1"/>
                </a:solidFill>
              </a:defRPr>
            </a:lvl6pPr>
            <a:lvl7pPr lvl="6" rtl="0">
              <a:spcBef>
                <a:spcPts val="2100"/>
              </a:spcBef>
              <a:spcAft>
                <a:spcPts val="0"/>
              </a:spcAft>
              <a:buClr>
                <a:schemeClr val="lt1"/>
              </a:buClr>
              <a:buSzPts val="1800"/>
              <a:buNone/>
              <a:defRPr sz="1800" b="1">
                <a:solidFill>
                  <a:schemeClr val="lt1"/>
                </a:solidFill>
              </a:defRPr>
            </a:lvl7pPr>
            <a:lvl8pPr lvl="7" rtl="0">
              <a:spcBef>
                <a:spcPts val="2100"/>
              </a:spcBef>
              <a:spcAft>
                <a:spcPts val="0"/>
              </a:spcAft>
              <a:buClr>
                <a:schemeClr val="lt1"/>
              </a:buClr>
              <a:buSzPts val="1800"/>
              <a:buNone/>
              <a:defRPr sz="1800" b="1">
                <a:solidFill>
                  <a:schemeClr val="lt1"/>
                </a:solidFill>
              </a:defRPr>
            </a:lvl8pPr>
            <a:lvl9pPr lvl="8" rtl="0">
              <a:spcBef>
                <a:spcPts val="2100"/>
              </a:spcBef>
              <a:spcAft>
                <a:spcPts val="2100"/>
              </a:spcAft>
              <a:buClr>
                <a:schemeClr val="lt1"/>
              </a:buClr>
              <a:buSzPts val="1800"/>
              <a:buNone/>
              <a:defRPr sz="1800" b="1">
                <a:solidFill>
                  <a:schemeClr val="lt1"/>
                </a:solidFill>
              </a:defRPr>
            </a:lvl9pPr>
          </a:lstStyle>
          <a:p>
            <a:endParaRPr/>
          </a:p>
        </p:txBody>
      </p:sp>
      <p:sp>
        <p:nvSpPr>
          <p:cNvPr id="187" name="Google Shape;187;p16"/>
          <p:cNvSpPr txBox="1">
            <a:spLocks noGrp="1"/>
          </p:cNvSpPr>
          <p:nvPr>
            <p:ph type="subTitle" idx="6"/>
          </p:nvPr>
        </p:nvSpPr>
        <p:spPr>
          <a:xfrm>
            <a:off x="6476787" y="4687580"/>
            <a:ext cx="3250500" cy="606900"/>
          </a:xfrm>
          <a:prstGeom prst="rect">
            <a:avLst/>
          </a:prstGeom>
        </p:spPr>
        <p:txBody>
          <a:bodyPr spcFirstLastPara="1" wrap="square" lIns="121900" tIns="121900" rIns="121900" bIns="121900" anchor="t" anchorCtr="0">
            <a:noAutofit/>
          </a:bodyPr>
          <a:lstStyle>
            <a:lvl1pPr lvl="0" rtl="0">
              <a:spcBef>
                <a:spcPts val="0"/>
              </a:spcBef>
              <a:spcAft>
                <a:spcPts val="0"/>
              </a:spcAft>
              <a:buClr>
                <a:schemeClr val="lt1"/>
              </a:buClr>
              <a:buSzPts val="1800"/>
              <a:buNone/>
              <a:defRPr sz="1800" b="1">
                <a:solidFill>
                  <a:schemeClr val="lt1"/>
                </a:solidFill>
              </a:defRPr>
            </a:lvl1pPr>
            <a:lvl2pPr lvl="1" rtl="0">
              <a:spcBef>
                <a:spcPts val="2100"/>
              </a:spcBef>
              <a:spcAft>
                <a:spcPts val="0"/>
              </a:spcAft>
              <a:buClr>
                <a:schemeClr val="lt1"/>
              </a:buClr>
              <a:buSzPts val="1800"/>
              <a:buNone/>
              <a:defRPr sz="1800" b="1">
                <a:solidFill>
                  <a:schemeClr val="lt1"/>
                </a:solidFill>
              </a:defRPr>
            </a:lvl2pPr>
            <a:lvl3pPr lvl="2" rtl="0">
              <a:spcBef>
                <a:spcPts val="2100"/>
              </a:spcBef>
              <a:spcAft>
                <a:spcPts val="0"/>
              </a:spcAft>
              <a:buClr>
                <a:schemeClr val="lt1"/>
              </a:buClr>
              <a:buSzPts val="1800"/>
              <a:buNone/>
              <a:defRPr sz="1800" b="1">
                <a:solidFill>
                  <a:schemeClr val="lt1"/>
                </a:solidFill>
              </a:defRPr>
            </a:lvl3pPr>
            <a:lvl4pPr lvl="3" rtl="0">
              <a:spcBef>
                <a:spcPts val="2100"/>
              </a:spcBef>
              <a:spcAft>
                <a:spcPts val="0"/>
              </a:spcAft>
              <a:buClr>
                <a:schemeClr val="lt1"/>
              </a:buClr>
              <a:buSzPts val="1800"/>
              <a:buNone/>
              <a:defRPr sz="1800" b="1">
                <a:solidFill>
                  <a:schemeClr val="lt1"/>
                </a:solidFill>
              </a:defRPr>
            </a:lvl4pPr>
            <a:lvl5pPr lvl="4" rtl="0">
              <a:spcBef>
                <a:spcPts val="2100"/>
              </a:spcBef>
              <a:spcAft>
                <a:spcPts val="0"/>
              </a:spcAft>
              <a:buClr>
                <a:schemeClr val="lt1"/>
              </a:buClr>
              <a:buSzPts val="1800"/>
              <a:buNone/>
              <a:defRPr sz="1800" b="1">
                <a:solidFill>
                  <a:schemeClr val="lt1"/>
                </a:solidFill>
              </a:defRPr>
            </a:lvl5pPr>
            <a:lvl6pPr lvl="5" rtl="0">
              <a:spcBef>
                <a:spcPts val="2100"/>
              </a:spcBef>
              <a:spcAft>
                <a:spcPts val="0"/>
              </a:spcAft>
              <a:buClr>
                <a:schemeClr val="lt1"/>
              </a:buClr>
              <a:buSzPts val="1800"/>
              <a:buNone/>
              <a:defRPr sz="1800" b="1">
                <a:solidFill>
                  <a:schemeClr val="lt1"/>
                </a:solidFill>
              </a:defRPr>
            </a:lvl6pPr>
            <a:lvl7pPr lvl="6" rtl="0">
              <a:spcBef>
                <a:spcPts val="2100"/>
              </a:spcBef>
              <a:spcAft>
                <a:spcPts val="0"/>
              </a:spcAft>
              <a:buClr>
                <a:schemeClr val="lt1"/>
              </a:buClr>
              <a:buSzPts val="1800"/>
              <a:buNone/>
              <a:defRPr sz="1800" b="1">
                <a:solidFill>
                  <a:schemeClr val="lt1"/>
                </a:solidFill>
              </a:defRPr>
            </a:lvl7pPr>
            <a:lvl8pPr lvl="7" rtl="0">
              <a:spcBef>
                <a:spcPts val="2100"/>
              </a:spcBef>
              <a:spcAft>
                <a:spcPts val="0"/>
              </a:spcAft>
              <a:buClr>
                <a:schemeClr val="lt1"/>
              </a:buClr>
              <a:buSzPts val="1800"/>
              <a:buNone/>
              <a:defRPr sz="1800" b="1">
                <a:solidFill>
                  <a:schemeClr val="lt1"/>
                </a:solidFill>
              </a:defRPr>
            </a:lvl8pPr>
            <a:lvl9pPr lvl="8" rtl="0">
              <a:spcBef>
                <a:spcPts val="2100"/>
              </a:spcBef>
              <a:spcAft>
                <a:spcPts val="2100"/>
              </a:spcAft>
              <a:buClr>
                <a:schemeClr val="lt1"/>
              </a:buClr>
              <a:buSzPts val="1800"/>
              <a:buNone/>
              <a:defRPr sz="1800" b="1">
                <a:solidFill>
                  <a:schemeClr val="lt1"/>
                </a:solidFill>
              </a:defRPr>
            </a:lvl9pPr>
          </a:lstStyle>
          <a:p>
            <a:endParaRPr/>
          </a:p>
        </p:txBody>
      </p:sp>
      <p:sp>
        <p:nvSpPr>
          <p:cNvPr id="188" name="Google Shape;188;p16"/>
          <p:cNvSpPr txBox="1">
            <a:spLocks noGrp="1"/>
          </p:cNvSpPr>
          <p:nvPr>
            <p:ph type="title"/>
          </p:nvPr>
        </p:nvSpPr>
        <p:spPr>
          <a:xfrm>
            <a:off x="2213700" y="821975"/>
            <a:ext cx="8003400" cy="763500"/>
          </a:xfrm>
          <a:prstGeom prst="rect">
            <a:avLst/>
          </a:prstGeom>
        </p:spPr>
        <p:txBody>
          <a:bodyPr spcFirstLastPara="1" wrap="square" lIns="121900" tIns="121900" rIns="121900" bIns="121900" anchor="t" anchorCtr="0">
            <a:noAutofit/>
          </a:bodyPr>
          <a:lstStyle>
            <a:lvl1pPr marL="0" marR="0" lvl="0" indent="0" algn="ctr" rtl="0">
              <a:lnSpc>
                <a:spcPct val="100000"/>
              </a:lnSpc>
              <a:spcBef>
                <a:spcPts val="0"/>
              </a:spcBef>
              <a:spcAft>
                <a:spcPts val="0"/>
              </a:spcAft>
              <a:buClr>
                <a:srgbClr val="000000"/>
              </a:buClr>
              <a:buSzPts val="4000"/>
              <a:buFont typeface="Aldrich"/>
              <a:buNone/>
              <a:defRPr>
                <a:solidFill>
                  <a:srgbClr val="000000"/>
                </a:solidFill>
              </a:defRPr>
            </a:lvl1pPr>
            <a:lvl2pPr lvl="1" algn="ctr" rtl="0">
              <a:spcBef>
                <a:spcPts val="0"/>
              </a:spcBef>
              <a:spcAft>
                <a:spcPts val="0"/>
              </a:spcAft>
              <a:buClr>
                <a:srgbClr val="000000"/>
              </a:buClr>
              <a:buSzPts val="4000"/>
              <a:buFont typeface="Abril Fatface"/>
              <a:buNone/>
              <a:defRPr sz="4000">
                <a:solidFill>
                  <a:srgbClr val="000000"/>
                </a:solidFill>
                <a:latin typeface="Abril Fatface"/>
                <a:ea typeface="Abril Fatface"/>
                <a:cs typeface="Abril Fatface"/>
                <a:sym typeface="Abril Fatface"/>
              </a:defRPr>
            </a:lvl2pPr>
            <a:lvl3pPr lvl="2" algn="ctr" rtl="0">
              <a:spcBef>
                <a:spcPts val="0"/>
              </a:spcBef>
              <a:spcAft>
                <a:spcPts val="0"/>
              </a:spcAft>
              <a:buClr>
                <a:srgbClr val="000000"/>
              </a:buClr>
              <a:buSzPts val="4000"/>
              <a:buFont typeface="Abril Fatface"/>
              <a:buNone/>
              <a:defRPr sz="4000">
                <a:solidFill>
                  <a:srgbClr val="000000"/>
                </a:solidFill>
                <a:latin typeface="Abril Fatface"/>
                <a:ea typeface="Abril Fatface"/>
                <a:cs typeface="Abril Fatface"/>
                <a:sym typeface="Abril Fatface"/>
              </a:defRPr>
            </a:lvl3pPr>
            <a:lvl4pPr lvl="3" algn="ctr" rtl="0">
              <a:spcBef>
                <a:spcPts val="0"/>
              </a:spcBef>
              <a:spcAft>
                <a:spcPts val="0"/>
              </a:spcAft>
              <a:buClr>
                <a:srgbClr val="000000"/>
              </a:buClr>
              <a:buSzPts val="4000"/>
              <a:buFont typeface="Abril Fatface"/>
              <a:buNone/>
              <a:defRPr sz="4000">
                <a:solidFill>
                  <a:srgbClr val="000000"/>
                </a:solidFill>
                <a:latin typeface="Abril Fatface"/>
                <a:ea typeface="Abril Fatface"/>
                <a:cs typeface="Abril Fatface"/>
                <a:sym typeface="Abril Fatface"/>
              </a:defRPr>
            </a:lvl4pPr>
            <a:lvl5pPr lvl="4" algn="ctr" rtl="0">
              <a:spcBef>
                <a:spcPts val="0"/>
              </a:spcBef>
              <a:spcAft>
                <a:spcPts val="0"/>
              </a:spcAft>
              <a:buClr>
                <a:srgbClr val="000000"/>
              </a:buClr>
              <a:buSzPts val="4000"/>
              <a:buFont typeface="Abril Fatface"/>
              <a:buNone/>
              <a:defRPr sz="4000">
                <a:solidFill>
                  <a:srgbClr val="000000"/>
                </a:solidFill>
                <a:latin typeface="Abril Fatface"/>
                <a:ea typeface="Abril Fatface"/>
                <a:cs typeface="Abril Fatface"/>
                <a:sym typeface="Abril Fatface"/>
              </a:defRPr>
            </a:lvl5pPr>
            <a:lvl6pPr lvl="5" algn="ctr" rtl="0">
              <a:spcBef>
                <a:spcPts val="0"/>
              </a:spcBef>
              <a:spcAft>
                <a:spcPts val="0"/>
              </a:spcAft>
              <a:buClr>
                <a:srgbClr val="000000"/>
              </a:buClr>
              <a:buSzPts val="4000"/>
              <a:buFont typeface="Abril Fatface"/>
              <a:buNone/>
              <a:defRPr sz="4000">
                <a:solidFill>
                  <a:srgbClr val="000000"/>
                </a:solidFill>
                <a:latin typeface="Abril Fatface"/>
                <a:ea typeface="Abril Fatface"/>
                <a:cs typeface="Abril Fatface"/>
                <a:sym typeface="Abril Fatface"/>
              </a:defRPr>
            </a:lvl6pPr>
            <a:lvl7pPr lvl="6" algn="ctr" rtl="0">
              <a:spcBef>
                <a:spcPts val="0"/>
              </a:spcBef>
              <a:spcAft>
                <a:spcPts val="0"/>
              </a:spcAft>
              <a:buClr>
                <a:srgbClr val="000000"/>
              </a:buClr>
              <a:buSzPts val="4000"/>
              <a:buFont typeface="Abril Fatface"/>
              <a:buNone/>
              <a:defRPr sz="4000">
                <a:solidFill>
                  <a:srgbClr val="000000"/>
                </a:solidFill>
                <a:latin typeface="Abril Fatface"/>
                <a:ea typeface="Abril Fatface"/>
                <a:cs typeface="Abril Fatface"/>
                <a:sym typeface="Abril Fatface"/>
              </a:defRPr>
            </a:lvl7pPr>
            <a:lvl8pPr lvl="7" algn="ctr" rtl="0">
              <a:spcBef>
                <a:spcPts val="0"/>
              </a:spcBef>
              <a:spcAft>
                <a:spcPts val="0"/>
              </a:spcAft>
              <a:buClr>
                <a:srgbClr val="000000"/>
              </a:buClr>
              <a:buSzPts val="4000"/>
              <a:buFont typeface="Abril Fatface"/>
              <a:buNone/>
              <a:defRPr sz="4000">
                <a:solidFill>
                  <a:srgbClr val="000000"/>
                </a:solidFill>
                <a:latin typeface="Abril Fatface"/>
                <a:ea typeface="Abril Fatface"/>
                <a:cs typeface="Abril Fatface"/>
                <a:sym typeface="Abril Fatface"/>
              </a:defRPr>
            </a:lvl8pPr>
            <a:lvl9pPr lvl="8" algn="ctr" rtl="0">
              <a:spcBef>
                <a:spcPts val="0"/>
              </a:spcBef>
              <a:spcAft>
                <a:spcPts val="0"/>
              </a:spcAft>
              <a:buClr>
                <a:srgbClr val="000000"/>
              </a:buClr>
              <a:buSzPts val="4000"/>
              <a:buFont typeface="Abril Fatface"/>
              <a:buNone/>
              <a:defRPr sz="4000">
                <a:solidFill>
                  <a:srgbClr val="000000"/>
                </a:solidFill>
                <a:latin typeface="Abril Fatface"/>
                <a:ea typeface="Abril Fatface"/>
                <a:cs typeface="Abril Fatface"/>
                <a:sym typeface="Abril Fatface"/>
              </a:defRPr>
            </a:lvl9pPr>
          </a:lstStyle>
          <a:p>
            <a:endParaRPr/>
          </a:p>
        </p:txBody>
      </p:sp>
      <p:sp>
        <p:nvSpPr>
          <p:cNvPr id="189" name="Google Shape;189;p16"/>
          <p:cNvSpPr txBox="1">
            <a:spLocks noGrp="1"/>
          </p:cNvSpPr>
          <p:nvPr>
            <p:ph type="body" idx="7"/>
          </p:nvPr>
        </p:nvSpPr>
        <p:spPr>
          <a:xfrm>
            <a:off x="6476787" y="2132600"/>
            <a:ext cx="3250500" cy="834000"/>
          </a:xfrm>
          <a:prstGeom prst="rect">
            <a:avLst/>
          </a:prstGeom>
        </p:spPr>
        <p:txBody>
          <a:bodyPr spcFirstLastPara="1" wrap="square" lIns="121900" tIns="121900" rIns="121900" bIns="121900" anchor="t" anchorCtr="0">
            <a:noAutofit/>
          </a:bodyPr>
          <a:lstStyle>
            <a:lvl1pPr marL="457200" lvl="0" indent="-317500">
              <a:spcBef>
                <a:spcPts val="0"/>
              </a:spcBef>
              <a:spcAft>
                <a:spcPts val="0"/>
              </a:spcAft>
              <a:buClr>
                <a:srgbClr val="000000"/>
              </a:buClr>
              <a:buSzPts val="1400"/>
              <a:buChar char="●"/>
              <a:defRPr sz="1400">
                <a:solidFill>
                  <a:srgbClr val="000000"/>
                </a:solidFill>
              </a:defRPr>
            </a:lvl1pPr>
            <a:lvl2pPr marL="914400" lvl="1" indent="-317500">
              <a:spcBef>
                <a:spcPts val="2100"/>
              </a:spcBef>
              <a:spcAft>
                <a:spcPts val="0"/>
              </a:spcAft>
              <a:buClr>
                <a:srgbClr val="000000"/>
              </a:buClr>
              <a:buSzPts val="1400"/>
              <a:buChar char="○"/>
              <a:defRPr sz="1400">
                <a:solidFill>
                  <a:srgbClr val="000000"/>
                </a:solidFill>
              </a:defRPr>
            </a:lvl2pPr>
            <a:lvl3pPr marL="1371600" lvl="2" indent="-317500">
              <a:spcBef>
                <a:spcPts val="2100"/>
              </a:spcBef>
              <a:spcAft>
                <a:spcPts val="0"/>
              </a:spcAft>
              <a:buClr>
                <a:srgbClr val="000000"/>
              </a:buClr>
              <a:buSzPts val="1400"/>
              <a:buChar char="■"/>
              <a:defRPr sz="1400">
                <a:solidFill>
                  <a:srgbClr val="000000"/>
                </a:solidFill>
              </a:defRPr>
            </a:lvl3pPr>
            <a:lvl4pPr marL="1828800" lvl="3" indent="-317500">
              <a:spcBef>
                <a:spcPts val="2100"/>
              </a:spcBef>
              <a:spcAft>
                <a:spcPts val="0"/>
              </a:spcAft>
              <a:buClr>
                <a:srgbClr val="000000"/>
              </a:buClr>
              <a:buSzPts val="1400"/>
              <a:buChar char="●"/>
              <a:defRPr sz="1400">
                <a:solidFill>
                  <a:srgbClr val="000000"/>
                </a:solidFill>
              </a:defRPr>
            </a:lvl4pPr>
            <a:lvl5pPr marL="2286000" lvl="4" indent="-317500">
              <a:spcBef>
                <a:spcPts val="2100"/>
              </a:spcBef>
              <a:spcAft>
                <a:spcPts val="0"/>
              </a:spcAft>
              <a:buClr>
                <a:srgbClr val="000000"/>
              </a:buClr>
              <a:buSzPts val="1400"/>
              <a:buChar char="○"/>
              <a:defRPr sz="1400">
                <a:solidFill>
                  <a:srgbClr val="000000"/>
                </a:solidFill>
              </a:defRPr>
            </a:lvl5pPr>
            <a:lvl6pPr marL="2743200" lvl="5" indent="-317500">
              <a:spcBef>
                <a:spcPts val="2100"/>
              </a:spcBef>
              <a:spcAft>
                <a:spcPts val="0"/>
              </a:spcAft>
              <a:buClr>
                <a:srgbClr val="000000"/>
              </a:buClr>
              <a:buSzPts val="1400"/>
              <a:buChar char="■"/>
              <a:defRPr sz="1400">
                <a:solidFill>
                  <a:srgbClr val="000000"/>
                </a:solidFill>
              </a:defRPr>
            </a:lvl6pPr>
            <a:lvl7pPr marL="3200400" lvl="6" indent="-317500">
              <a:spcBef>
                <a:spcPts val="2100"/>
              </a:spcBef>
              <a:spcAft>
                <a:spcPts val="0"/>
              </a:spcAft>
              <a:buClr>
                <a:srgbClr val="000000"/>
              </a:buClr>
              <a:buSzPts val="1400"/>
              <a:buChar char="●"/>
              <a:defRPr sz="1400">
                <a:solidFill>
                  <a:srgbClr val="000000"/>
                </a:solidFill>
              </a:defRPr>
            </a:lvl7pPr>
            <a:lvl8pPr marL="3657600" lvl="7" indent="-317500">
              <a:spcBef>
                <a:spcPts val="2100"/>
              </a:spcBef>
              <a:spcAft>
                <a:spcPts val="0"/>
              </a:spcAft>
              <a:buClr>
                <a:srgbClr val="000000"/>
              </a:buClr>
              <a:buSzPts val="1400"/>
              <a:buChar char="○"/>
              <a:defRPr sz="1400">
                <a:solidFill>
                  <a:srgbClr val="000000"/>
                </a:solidFill>
              </a:defRPr>
            </a:lvl8pPr>
            <a:lvl9pPr marL="4114800" lvl="8" indent="-317500">
              <a:spcBef>
                <a:spcPts val="2100"/>
              </a:spcBef>
              <a:spcAft>
                <a:spcPts val="2100"/>
              </a:spcAft>
              <a:buClr>
                <a:srgbClr val="000000"/>
              </a:buClr>
              <a:buSzPts val="1400"/>
              <a:buChar char="■"/>
              <a:defRPr sz="1400">
                <a:solidFill>
                  <a:srgbClr val="000000"/>
                </a:solidFill>
              </a:defRPr>
            </a:lvl9pPr>
          </a:lstStyle>
          <a:p>
            <a:endParaRPr/>
          </a:p>
        </p:txBody>
      </p:sp>
      <p:sp>
        <p:nvSpPr>
          <p:cNvPr id="190" name="Google Shape;190;p16"/>
          <p:cNvSpPr txBox="1">
            <a:spLocks noGrp="1"/>
          </p:cNvSpPr>
          <p:nvPr>
            <p:ph type="body" idx="8"/>
          </p:nvPr>
        </p:nvSpPr>
        <p:spPr>
          <a:xfrm>
            <a:off x="6476787" y="5104400"/>
            <a:ext cx="3250500" cy="834000"/>
          </a:xfrm>
          <a:prstGeom prst="rect">
            <a:avLst/>
          </a:prstGeom>
        </p:spPr>
        <p:txBody>
          <a:bodyPr spcFirstLastPara="1" wrap="square" lIns="121900" tIns="121900" rIns="121900" bIns="121900" anchor="t" anchorCtr="0">
            <a:noAutofit/>
          </a:bodyPr>
          <a:lstStyle>
            <a:lvl1pPr marL="457200" lvl="0" indent="-317500" rtl="0">
              <a:spcBef>
                <a:spcPts val="0"/>
              </a:spcBef>
              <a:spcAft>
                <a:spcPts val="0"/>
              </a:spcAft>
              <a:buClr>
                <a:srgbClr val="000000"/>
              </a:buClr>
              <a:buSzPts val="1400"/>
              <a:buChar char="●"/>
              <a:defRPr sz="1400">
                <a:solidFill>
                  <a:srgbClr val="000000"/>
                </a:solidFill>
              </a:defRPr>
            </a:lvl1pPr>
            <a:lvl2pPr marL="914400" lvl="1" indent="-317500" rtl="0">
              <a:spcBef>
                <a:spcPts val="2100"/>
              </a:spcBef>
              <a:spcAft>
                <a:spcPts val="0"/>
              </a:spcAft>
              <a:buClr>
                <a:srgbClr val="000000"/>
              </a:buClr>
              <a:buSzPts val="1400"/>
              <a:buChar char="○"/>
              <a:defRPr sz="1400">
                <a:solidFill>
                  <a:srgbClr val="000000"/>
                </a:solidFill>
              </a:defRPr>
            </a:lvl2pPr>
            <a:lvl3pPr marL="1371600" lvl="2" indent="-317500" rtl="0">
              <a:spcBef>
                <a:spcPts val="2100"/>
              </a:spcBef>
              <a:spcAft>
                <a:spcPts val="0"/>
              </a:spcAft>
              <a:buClr>
                <a:srgbClr val="000000"/>
              </a:buClr>
              <a:buSzPts val="1400"/>
              <a:buChar char="■"/>
              <a:defRPr sz="1400">
                <a:solidFill>
                  <a:srgbClr val="000000"/>
                </a:solidFill>
              </a:defRPr>
            </a:lvl3pPr>
            <a:lvl4pPr marL="1828800" lvl="3" indent="-317500" rtl="0">
              <a:spcBef>
                <a:spcPts val="2100"/>
              </a:spcBef>
              <a:spcAft>
                <a:spcPts val="0"/>
              </a:spcAft>
              <a:buClr>
                <a:srgbClr val="000000"/>
              </a:buClr>
              <a:buSzPts val="1400"/>
              <a:buChar char="●"/>
              <a:defRPr sz="1400">
                <a:solidFill>
                  <a:srgbClr val="000000"/>
                </a:solidFill>
              </a:defRPr>
            </a:lvl4pPr>
            <a:lvl5pPr marL="2286000" lvl="4" indent="-317500" rtl="0">
              <a:spcBef>
                <a:spcPts val="2100"/>
              </a:spcBef>
              <a:spcAft>
                <a:spcPts val="0"/>
              </a:spcAft>
              <a:buClr>
                <a:srgbClr val="000000"/>
              </a:buClr>
              <a:buSzPts val="1400"/>
              <a:buChar char="○"/>
              <a:defRPr sz="1400">
                <a:solidFill>
                  <a:srgbClr val="000000"/>
                </a:solidFill>
              </a:defRPr>
            </a:lvl5pPr>
            <a:lvl6pPr marL="2743200" lvl="5" indent="-317500" rtl="0">
              <a:spcBef>
                <a:spcPts val="2100"/>
              </a:spcBef>
              <a:spcAft>
                <a:spcPts val="0"/>
              </a:spcAft>
              <a:buClr>
                <a:srgbClr val="000000"/>
              </a:buClr>
              <a:buSzPts val="1400"/>
              <a:buChar char="■"/>
              <a:defRPr sz="1400">
                <a:solidFill>
                  <a:srgbClr val="000000"/>
                </a:solidFill>
              </a:defRPr>
            </a:lvl6pPr>
            <a:lvl7pPr marL="3200400" lvl="6" indent="-317500" rtl="0">
              <a:spcBef>
                <a:spcPts val="2100"/>
              </a:spcBef>
              <a:spcAft>
                <a:spcPts val="0"/>
              </a:spcAft>
              <a:buClr>
                <a:srgbClr val="000000"/>
              </a:buClr>
              <a:buSzPts val="1400"/>
              <a:buChar char="●"/>
              <a:defRPr sz="1400">
                <a:solidFill>
                  <a:srgbClr val="000000"/>
                </a:solidFill>
              </a:defRPr>
            </a:lvl7pPr>
            <a:lvl8pPr marL="3657600" lvl="7" indent="-317500" rtl="0">
              <a:spcBef>
                <a:spcPts val="2100"/>
              </a:spcBef>
              <a:spcAft>
                <a:spcPts val="0"/>
              </a:spcAft>
              <a:buClr>
                <a:srgbClr val="000000"/>
              </a:buClr>
              <a:buSzPts val="1400"/>
              <a:buChar char="○"/>
              <a:defRPr sz="1400">
                <a:solidFill>
                  <a:srgbClr val="000000"/>
                </a:solidFill>
              </a:defRPr>
            </a:lvl8pPr>
            <a:lvl9pPr marL="4114800" lvl="8" indent="-317500" rtl="0">
              <a:spcBef>
                <a:spcPts val="2100"/>
              </a:spcBef>
              <a:spcAft>
                <a:spcPts val="2100"/>
              </a:spcAft>
              <a:buClr>
                <a:srgbClr val="000000"/>
              </a:buClr>
              <a:buSzPts val="1400"/>
              <a:buChar char="■"/>
              <a:defRPr sz="1400">
                <a:solidFill>
                  <a:srgbClr val="000000"/>
                </a:solidFill>
              </a:defRPr>
            </a:lvl9pPr>
          </a:lstStyle>
          <a:p>
            <a:endParaRPr/>
          </a:p>
        </p:txBody>
      </p:sp>
      <p:sp>
        <p:nvSpPr>
          <p:cNvPr id="191" name="Google Shape;191;p16"/>
          <p:cNvSpPr txBox="1">
            <a:spLocks noGrp="1"/>
          </p:cNvSpPr>
          <p:nvPr>
            <p:ph type="body" idx="9"/>
          </p:nvPr>
        </p:nvSpPr>
        <p:spPr>
          <a:xfrm>
            <a:off x="6476787" y="3580400"/>
            <a:ext cx="3250500" cy="834000"/>
          </a:xfrm>
          <a:prstGeom prst="rect">
            <a:avLst/>
          </a:prstGeom>
        </p:spPr>
        <p:txBody>
          <a:bodyPr spcFirstLastPara="1" wrap="square" lIns="121900" tIns="121900" rIns="121900" bIns="121900" anchor="t" anchorCtr="0">
            <a:noAutofit/>
          </a:bodyPr>
          <a:lstStyle>
            <a:lvl1pPr marL="457200" lvl="0" indent="-317500" rtl="0">
              <a:spcBef>
                <a:spcPts val="0"/>
              </a:spcBef>
              <a:spcAft>
                <a:spcPts val="0"/>
              </a:spcAft>
              <a:buClr>
                <a:srgbClr val="000000"/>
              </a:buClr>
              <a:buSzPts val="1400"/>
              <a:buChar char="●"/>
              <a:defRPr sz="1400">
                <a:solidFill>
                  <a:srgbClr val="000000"/>
                </a:solidFill>
              </a:defRPr>
            </a:lvl1pPr>
            <a:lvl2pPr marL="914400" lvl="1" indent="-317500" rtl="0">
              <a:spcBef>
                <a:spcPts val="2100"/>
              </a:spcBef>
              <a:spcAft>
                <a:spcPts val="0"/>
              </a:spcAft>
              <a:buClr>
                <a:srgbClr val="000000"/>
              </a:buClr>
              <a:buSzPts val="1400"/>
              <a:buChar char="○"/>
              <a:defRPr sz="1400">
                <a:solidFill>
                  <a:srgbClr val="000000"/>
                </a:solidFill>
              </a:defRPr>
            </a:lvl2pPr>
            <a:lvl3pPr marL="1371600" lvl="2" indent="-317500" rtl="0">
              <a:spcBef>
                <a:spcPts val="2100"/>
              </a:spcBef>
              <a:spcAft>
                <a:spcPts val="0"/>
              </a:spcAft>
              <a:buClr>
                <a:srgbClr val="000000"/>
              </a:buClr>
              <a:buSzPts val="1400"/>
              <a:buChar char="■"/>
              <a:defRPr sz="1400">
                <a:solidFill>
                  <a:srgbClr val="000000"/>
                </a:solidFill>
              </a:defRPr>
            </a:lvl3pPr>
            <a:lvl4pPr marL="1828800" lvl="3" indent="-317500" rtl="0">
              <a:spcBef>
                <a:spcPts val="2100"/>
              </a:spcBef>
              <a:spcAft>
                <a:spcPts val="0"/>
              </a:spcAft>
              <a:buClr>
                <a:srgbClr val="000000"/>
              </a:buClr>
              <a:buSzPts val="1400"/>
              <a:buChar char="●"/>
              <a:defRPr sz="1400">
                <a:solidFill>
                  <a:srgbClr val="000000"/>
                </a:solidFill>
              </a:defRPr>
            </a:lvl4pPr>
            <a:lvl5pPr marL="2286000" lvl="4" indent="-317500" rtl="0">
              <a:spcBef>
                <a:spcPts val="2100"/>
              </a:spcBef>
              <a:spcAft>
                <a:spcPts val="0"/>
              </a:spcAft>
              <a:buClr>
                <a:srgbClr val="000000"/>
              </a:buClr>
              <a:buSzPts val="1400"/>
              <a:buChar char="○"/>
              <a:defRPr sz="1400">
                <a:solidFill>
                  <a:srgbClr val="000000"/>
                </a:solidFill>
              </a:defRPr>
            </a:lvl5pPr>
            <a:lvl6pPr marL="2743200" lvl="5" indent="-317500" rtl="0">
              <a:spcBef>
                <a:spcPts val="2100"/>
              </a:spcBef>
              <a:spcAft>
                <a:spcPts val="0"/>
              </a:spcAft>
              <a:buClr>
                <a:srgbClr val="000000"/>
              </a:buClr>
              <a:buSzPts val="1400"/>
              <a:buChar char="■"/>
              <a:defRPr sz="1400">
                <a:solidFill>
                  <a:srgbClr val="000000"/>
                </a:solidFill>
              </a:defRPr>
            </a:lvl6pPr>
            <a:lvl7pPr marL="3200400" lvl="6" indent="-317500" rtl="0">
              <a:spcBef>
                <a:spcPts val="2100"/>
              </a:spcBef>
              <a:spcAft>
                <a:spcPts val="0"/>
              </a:spcAft>
              <a:buClr>
                <a:srgbClr val="000000"/>
              </a:buClr>
              <a:buSzPts val="1400"/>
              <a:buChar char="●"/>
              <a:defRPr sz="1400">
                <a:solidFill>
                  <a:srgbClr val="000000"/>
                </a:solidFill>
              </a:defRPr>
            </a:lvl7pPr>
            <a:lvl8pPr marL="3657600" lvl="7" indent="-317500" rtl="0">
              <a:spcBef>
                <a:spcPts val="2100"/>
              </a:spcBef>
              <a:spcAft>
                <a:spcPts val="0"/>
              </a:spcAft>
              <a:buClr>
                <a:srgbClr val="000000"/>
              </a:buClr>
              <a:buSzPts val="1400"/>
              <a:buChar char="○"/>
              <a:defRPr sz="1400">
                <a:solidFill>
                  <a:srgbClr val="000000"/>
                </a:solidFill>
              </a:defRPr>
            </a:lvl8pPr>
            <a:lvl9pPr marL="4114800" lvl="8" indent="-317500" rtl="0">
              <a:spcBef>
                <a:spcPts val="2100"/>
              </a:spcBef>
              <a:spcAft>
                <a:spcPts val="2100"/>
              </a:spcAft>
              <a:buClr>
                <a:srgbClr val="000000"/>
              </a:buClr>
              <a:buSzPts val="1400"/>
              <a:buChar char="■"/>
              <a:defRPr sz="1400">
                <a:solidFill>
                  <a:srgbClr val="000000"/>
                </a:solidFill>
              </a:defRPr>
            </a:lvl9pPr>
          </a:lstStyle>
          <a:p>
            <a:endParaRPr/>
          </a:p>
        </p:txBody>
      </p:sp>
      <p:sp>
        <p:nvSpPr>
          <p:cNvPr id="192" name="Google Shape;192;p16"/>
          <p:cNvSpPr txBox="1">
            <a:spLocks noGrp="1"/>
          </p:cNvSpPr>
          <p:nvPr>
            <p:ph type="body" idx="13"/>
          </p:nvPr>
        </p:nvSpPr>
        <p:spPr>
          <a:xfrm>
            <a:off x="2625400" y="2132600"/>
            <a:ext cx="3250500" cy="834000"/>
          </a:xfrm>
          <a:prstGeom prst="rect">
            <a:avLst/>
          </a:prstGeom>
        </p:spPr>
        <p:txBody>
          <a:bodyPr spcFirstLastPara="1" wrap="square" lIns="121900" tIns="121900" rIns="121900" bIns="121900" anchor="t" anchorCtr="0">
            <a:noAutofit/>
          </a:bodyPr>
          <a:lstStyle>
            <a:lvl1pPr marL="457200" lvl="0" indent="-317500" rtl="0">
              <a:spcBef>
                <a:spcPts val="0"/>
              </a:spcBef>
              <a:spcAft>
                <a:spcPts val="0"/>
              </a:spcAft>
              <a:buClr>
                <a:srgbClr val="000000"/>
              </a:buClr>
              <a:buSzPts val="1400"/>
              <a:buChar char="●"/>
              <a:defRPr sz="1400">
                <a:solidFill>
                  <a:srgbClr val="000000"/>
                </a:solidFill>
              </a:defRPr>
            </a:lvl1pPr>
            <a:lvl2pPr marL="914400" lvl="1" indent="-317500" rtl="0">
              <a:spcBef>
                <a:spcPts val="2100"/>
              </a:spcBef>
              <a:spcAft>
                <a:spcPts val="0"/>
              </a:spcAft>
              <a:buClr>
                <a:srgbClr val="000000"/>
              </a:buClr>
              <a:buSzPts val="1400"/>
              <a:buChar char="○"/>
              <a:defRPr sz="1400">
                <a:solidFill>
                  <a:srgbClr val="000000"/>
                </a:solidFill>
              </a:defRPr>
            </a:lvl2pPr>
            <a:lvl3pPr marL="1371600" lvl="2" indent="-317500" rtl="0">
              <a:spcBef>
                <a:spcPts val="2100"/>
              </a:spcBef>
              <a:spcAft>
                <a:spcPts val="0"/>
              </a:spcAft>
              <a:buClr>
                <a:srgbClr val="000000"/>
              </a:buClr>
              <a:buSzPts val="1400"/>
              <a:buChar char="■"/>
              <a:defRPr sz="1400">
                <a:solidFill>
                  <a:srgbClr val="000000"/>
                </a:solidFill>
              </a:defRPr>
            </a:lvl3pPr>
            <a:lvl4pPr marL="1828800" lvl="3" indent="-317500" rtl="0">
              <a:spcBef>
                <a:spcPts val="2100"/>
              </a:spcBef>
              <a:spcAft>
                <a:spcPts val="0"/>
              </a:spcAft>
              <a:buClr>
                <a:srgbClr val="000000"/>
              </a:buClr>
              <a:buSzPts val="1400"/>
              <a:buChar char="●"/>
              <a:defRPr sz="1400">
                <a:solidFill>
                  <a:srgbClr val="000000"/>
                </a:solidFill>
              </a:defRPr>
            </a:lvl4pPr>
            <a:lvl5pPr marL="2286000" lvl="4" indent="-317500" rtl="0">
              <a:spcBef>
                <a:spcPts val="2100"/>
              </a:spcBef>
              <a:spcAft>
                <a:spcPts val="0"/>
              </a:spcAft>
              <a:buClr>
                <a:srgbClr val="000000"/>
              </a:buClr>
              <a:buSzPts val="1400"/>
              <a:buChar char="○"/>
              <a:defRPr sz="1400">
                <a:solidFill>
                  <a:srgbClr val="000000"/>
                </a:solidFill>
              </a:defRPr>
            </a:lvl5pPr>
            <a:lvl6pPr marL="2743200" lvl="5" indent="-317500" rtl="0">
              <a:spcBef>
                <a:spcPts val="2100"/>
              </a:spcBef>
              <a:spcAft>
                <a:spcPts val="0"/>
              </a:spcAft>
              <a:buClr>
                <a:srgbClr val="000000"/>
              </a:buClr>
              <a:buSzPts val="1400"/>
              <a:buChar char="■"/>
              <a:defRPr sz="1400">
                <a:solidFill>
                  <a:srgbClr val="000000"/>
                </a:solidFill>
              </a:defRPr>
            </a:lvl6pPr>
            <a:lvl7pPr marL="3200400" lvl="6" indent="-317500" rtl="0">
              <a:spcBef>
                <a:spcPts val="2100"/>
              </a:spcBef>
              <a:spcAft>
                <a:spcPts val="0"/>
              </a:spcAft>
              <a:buClr>
                <a:srgbClr val="000000"/>
              </a:buClr>
              <a:buSzPts val="1400"/>
              <a:buChar char="●"/>
              <a:defRPr sz="1400">
                <a:solidFill>
                  <a:srgbClr val="000000"/>
                </a:solidFill>
              </a:defRPr>
            </a:lvl7pPr>
            <a:lvl8pPr marL="3657600" lvl="7" indent="-317500" rtl="0">
              <a:spcBef>
                <a:spcPts val="2100"/>
              </a:spcBef>
              <a:spcAft>
                <a:spcPts val="0"/>
              </a:spcAft>
              <a:buClr>
                <a:srgbClr val="000000"/>
              </a:buClr>
              <a:buSzPts val="1400"/>
              <a:buChar char="○"/>
              <a:defRPr sz="1400">
                <a:solidFill>
                  <a:srgbClr val="000000"/>
                </a:solidFill>
              </a:defRPr>
            </a:lvl8pPr>
            <a:lvl9pPr marL="4114800" lvl="8" indent="-317500" rtl="0">
              <a:spcBef>
                <a:spcPts val="2100"/>
              </a:spcBef>
              <a:spcAft>
                <a:spcPts val="2100"/>
              </a:spcAft>
              <a:buClr>
                <a:srgbClr val="000000"/>
              </a:buClr>
              <a:buSzPts val="1400"/>
              <a:buChar char="■"/>
              <a:defRPr sz="1400">
                <a:solidFill>
                  <a:srgbClr val="000000"/>
                </a:solidFill>
              </a:defRPr>
            </a:lvl9pPr>
          </a:lstStyle>
          <a:p>
            <a:endParaRPr/>
          </a:p>
        </p:txBody>
      </p:sp>
      <p:sp>
        <p:nvSpPr>
          <p:cNvPr id="193" name="Google Shape;193;p16"/>
          <p:cNvSpPr txBox="1">
            <a:spLocks noGrp="1"/>
          </p:cNvSpPr>
          <p:nvPr>
            <p:ph type="body" idx="14"/>
          </p:nvPr>
        </p:nvSpPr>
        <p:spPr>
          <a:xfrm>
            <a:off x="2625400" y="5104400"/>
            <a:ext cx="3250500" cy="834000"/>
          </a:xfrm>
          <a:prstGeom prst="rect">
            <a:avLst/>
          </a:prstGeom>
        </p:spPr>
        <p:txBody>
          <a:bodyPr spcFirstLastPara="1" wrap="square" lIns="121900" tIns="121900" rIns="121900" bIns="121900" anchor="t" anchorCtr="0">
            <a:noAutofit/>
          </a:bodyPr>
          <a:lstStyle>
            <a:lvl1pPr marL="457200" lvl="0" indent="-317500" rtl="0">
              <a:spcBef>
                <a:spcPts val="0"/>
              </a:spcBef>
              <a:spcAft>
                <a:spcPts val="0"/>
              </a:spcAft>
              <a:buClr>
                <a:srgbClr val="000000"/>
              </a:buClr>
              <a:buSzPts val="1400"/>
              <a:buChar char="●"/>
              <a:defRPr sz="1400">
                <a:solidFill>
                  <a:srgbClr val="000000"/>
                </a:solidFill>
              </a:defRPr>
            </a:lvl1pPr>
            <a:lvl2pPr marL="914400" lvl="1" indent="-317500" rtl="0">
              <a:spcBef>
                <a:spcPts val="2100"/>
              </a:spcBef>
              <a:spcAft>
                <a:spcPts val="0"/>
              </a:spcAft>
              <a:buClr>
                <a:srgbClr val="000000"/>
              </a:buClr>
              <a:buSzPts val="1400"/>
              <a:buChar char="○"/>
              <a:defRPr sz="1400">
                <a:solidFill>
                  <a:srgbClr val="000000"/>
                </a:solidFill>
              </a:defRPr>
            </a:lvl2pPr>
            <a:lvl3pPr marL="1371600" lvl="2" indent="-317500" rtl="0">
              <a:spcBef>
                <a:spcPts val="2100"/>
              </a:spcBef>
              <a:spcAft>
                <a:spcPts val="0"/>
              </a:spcAft>
              <a:buClr>
                <a:srgbClr val="000000"/>
              </a:buClr>
              <a:buSzPts val="1400"/>
              <a:buChar char="■"/>
              <a:defRPr sz="1400">
                <a:solidFill>
                  <a:srgbClr val="000000"/>
                </a:solidFill>
              </a:defRPr>
            </a:lvl3pPr>
            <a:lvl4pPr marL="1828800" lvl="3" indent="-317500" rtl="0">
              <a:spcBef>
                <a:spcPts val="2100"/>
              </a:spcBef>
              <a:spcAft>
                <a:spcPts val="0"/>
              </a:spcAft>
              <a:buClr>
                <a:srgbClr val="000000"/>
              </a:buClr>
              <a:buSzPts val="1400"/>
              <a:buChar char="●"/>
              <a:defRPr sz="1400">
                <a:solidFill>
                  <a:srgbClr val="000000"/>
                </a:solidFill>
              </a:defRPr>
            </a:lvl4pPr>
            <a:lvl5pPr marL="2286000" lvl="4" indent="-317500" rtl="0">
              <a:spcBef>
                <a:spcPts val="2100"/>
              </a:spcBef>
              <a:spcAft>
                <a:spcPts val="0"/>
              </a:spcAft>
              <a:buClr>
                <a:srgbClr val="000000"/>
              </a:buClr>
              <a:buSzPts val="1400"/>
              <a:buChar char="○"/>
              <a:defRPr sz="1400">
                <a:solidFill>
                  <a:srgbClr val="000000"/>
                </a:solidFill>
              </a:defRPr>
            </a:lvl5pPr>
            <a:lvl6pPr marL="2743200" lvl="5" indent="-317500" rtl="0">
              <a:spcBef>
                <a:spcPts val="2100"/>
              </a:spcBef>
              <a:spcAft>
                <a:spcPts val="0"/>
              </a:spcAft>
              <a:buClr>
                <a:srgbClr val="000000"/>
              </a:buClr>
              <a:buSzPts val="1400"/>
              <a:buChar char="■"/>
              <a:defRPr sz="1400">
                <a:solidFill>
                  <a:srgbClr val="000000"/>
                </a:solidFill>
              </a:defRPr>
            </a:lvl6pPr>
            <a:lvl7pPr marL="3200400" lvl="6" indent="-317500" rtl="0">
              <a:spcBef>
                <a:spcPts val="2100"/>
              </a:spcBef>
              <a:spcAft>
                <a:spcPts val="0"/>
              </a:spcAft>
              <a:buClr>
                <a:srgbClr val="000000"/>
              </a:buClr>
              <a:buSzPts val="1400"/>
              <a:buChar char="●"/>
              <a:defRPr sz="1400">
                <a:solidFill>
                  <a:srgbClr val="000000"/>
                </a:solidFill>
              </a:defRPr>
            </a:lvl7pPr>
            <a:lvl8pPr marL="3657600" lvl="7" indent="-317500" rtl="0">
              <a:spcBef>
                <a:spcPts val="2100"/>
              </a:spcBef>
              <a:spcAft>
                <a:spcPts val="0"/>
              </a:spcAft>
              <a:buClr>
                <a:srgbClr val="000000"/>
              </a:buClr>
              <a:buSzPts val="1400"/>
              <a:buChar char="○"/>
              <a:defRPr sz="1400">
                <a:solidFill>
                  <a:srgbClr val="000000"/>
                </a:solidFill>
              </a:defRPr>
            </a:lvl8pPr>
            <a:lvl9pPr marL="4114800" lvl="8" indent="-317500" rtl="0">
              <a:spcBef>
                <a:spcPts val="2100"/>
              </a:spcBef>
              <a:spcAft>
                <a:spcPts val="2100"/>
              </a:spcAft>
              <a:buClr>
                <a:srgbClr val="000000"/>
              </a:buClr>
              <a:buSzPts val="1400"/>
              <a:buChar char="■"/>
              <a:defRPr sz="1400">
                <a:solidFill>
                  <a:srgbClr val="000000"/>
                </a:solidFill>
              </a:defRPr>
            </a:lvl9pPr>
          </a:lstStyle>
          <a:p>
            <a:endParaRPr/>
          </a:p>
        </p:txBody>
      </p:sp>
      <p:sp>
        <p:nvSpPr>
          <p:cNvPr id="194" name="Google Shape;194;p16"/>
          <p:cNvSpPr txBox="1">
            <a:spLocks noGrp="1"/>
          </p:cNvSpPr>
          <p:nvPr>
            <p:ph type="body" idx="15"/>
          </p:nvPr>
        </p:nvSpPr>
        <p:spPr>
          <a:xfrm>
            <a:off x="2625400" y="3580400"/>
            <a:ext cx="3250500" cy="834000"/>
          </a:xfrm>
          <a:prstGeom prst="rect">
            <a:avLst/>
          </a:prstGeom>
        </p:spPr>
        <p:txBody>
          <a:bodyPr spcFirstLastPara="1" wrap="square" lIns="121900" tIns="121900" rIns="121900" bIns="121900" anchor="t" anchorCtr="0">
            <a:noAutofit/>
          </a:bodyPr>
          <a:lstStyle>
            <a:lvl1pPr marL="457200" lvl="0" indent="-317500" rtl="0">
              <a:spcBef>
                <a:spcPts val="0"/>
              </a:spcBef>
              <a:spcAft>
                <a:spcPts val="0"/>
              </a:spcAft>
              <a:buClr>
                <a:srgbClr val="000000"/>
              </a:buClr>
              <a:buSzPts val="1400"/>
              <a:buChar char="●"/>
              <a:defRPr sz="1400">
                <a:solidFill>
                  <a:srgbClr val="000000"/>
                </a:solidFill>
              </a:defRPr>
            </a:lvl1pPr>
            <a:lvl2pPr marL="914400" lvl="1" indent="-317500" rtl="0">
              <a:spcBef>
                <a:spcPts val="2100"/>
              </a:spcBef>
              <a:spcAft>
                <a:spcPts val="0"/>
              </a:spcAft>
              <a:buClr>
                <a:srgbClr val="000000"/>
              </a:buClr>
              <a:buSzPts val="1400"/>
              <a:buChar char="○"/>
              <a:defRPr sz="1400">
                <a:solidFill>
                  <a:srgbClr val="000000"/>
                </a:solidFill>
              </a:defRPr>
            </a:lvl2pPr>
            <a:lvl3pPr marL="1371600" lvl="2" indent="-317500" rtl="0">
              <a:spcBef>
                <a:spcPts val="2100"/>
              </a:spcBef>
              <a:spcAft>
                <a:spcPts val="0"/>
              </a:spcAft>
              <a:buClr>
                <a:srgbClr val="000000"/>
              </a:buClr>
              <a:buSzPts val="1400"/>
              <a:buChar char="■"/>
              <a:defRPr sz="1400">
                <a:solidFill>
                  <a:srgbClr val="000000"/>
                </a:solidFill>
              </a:defRPr>
            </a:lvl3pPr>
            <a:lvl4pPr marL="1828800" lvl="3" indent="-317500" rtl="0">
              <a:spcBef>
                <a:spcPts val="2100"/>
              </a:spcBef>
              <a:spcAft>
                <a:spcPts val="0"/>
              </a:spcAft>
              <a:buClr>
                <a:srgbClr val="000000"/>
              </a:buClr>
              <a:buSzPts val="1400"/>
              <a:buChar char="●"/>
              <a:defRPr sz="1400">
                <a:solidFill>
                  <a:srgbClr val="000000"/>
                </a:solidFill>
              </a:defRPr>
            </a:lvl4pPr>
            <a:lvl5pPr marL="2286000" lvl="4" indent="-317500" rtl="0">
              <a:spcBef>
                <a:spcPts val="2100"/>
              </a:spcBef>
              <a:spcAft>
                <a:spcPts val="0"/>
              </a:spcAft>
              <a:buClr>
                <a:srgbClr val="000000"/>
              </a:buClr>
              <a:buSzPts val="1400"/>
              <a:buChar char="○"/>
              <a:defRPr sz="1400">
                <a:solidFill>
                  <a:srgbClr val="000000"/>
                </a:solidFill>
              </a:defRPr>
            </a:lvl5pPr>
            <a:lvl6pPr marL="2743200" lvl="5" indent="-317500" rtl="0">
              <a:spcBef>
                <a:spcPts val="2100"/>
              </a:spcBef>
              <a:spcAft>
                <a:spcPts val="0"/>
              </a:spcAft>
              <a:buClr>
                <a:srgbClr val="000000"/>
              </a:buClr>
              <a:buSzPts val="1400"/>
              <a:buChar char="■"/>
              <a:defRPr sz="1400">
                <a:solidFill>
                  <a:srgbClr val="000000"/>
                </a:solidFill>
              </a:defRPr>
            </a:lvl6pPr>
            <a:lvl7pPr marL="3200400" lvl="6" indent="-317500" rtl="0">
              <a:spcBef>
                <a:spcPts val="2100"/>
              </a:spcBef>
              <a:spcAft>
                <a:spcPts val="0"/>
              </a:spcAft>
              <a:buClr>
                <a:srgbClr val="000000"/>
              </a:buClr>
              <a:buSzPts val="1400"/>
              <a:buChar char="●"/>
              <a:defRPr sz="1400">
                <a:solidFill>
                  <a:srgbClr val="000000"/>
                </a:solidFill>
              </a:defRPr>
            </a:lvl7pPr>
            <a:lvl8pPr marL="3657600" lvl="7" indent="-317500" rtl="0">
              <a:spcBef>
                <a:spcPts val="2100"/>
              </a:spcBef>
              <a:spcAft>
                <a:spcPts val="0"/>
              </a:spcAft>
              <a:buClr>
                <a:srgbClr val="000000"/>
              </a:buClr>
              <a:buSzPts val="1400"/>
              <a:buChar char="○"/>
              <a:defRPr sz="1400">
                <a:solidFill>
                  <a:srgbClr val="000000"/>
                </a:solidFill>
              </a:defRPr>
            </a:lvl8pPr>
            <a:lvl9pPr marL="4114800" lvl="8" indent="-317500" rtl="0">
              <a:spcBef>
                <a:spcPts val="2100"/>
              </a:spcBef>
              <a:spcAft>
                <a:spcPts val="2100"/>
              </a:spcAft>
              <a:buClr>
                <a:srgbClr val="000000"/>
              </a:buClr>
              <a:buSzPts val="1400"/>
              <a:buChar char="■"/>
              <a:defRPr sz="1400">
                <a:solidFill>
                  <a:srgbClr val="000000"/>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Autofit/>
          </a:bodyPr>
          <a:lstStyle>
            <a:lvl1pPr lvl="0">
              <a:spcBef>
                <a:spcPts val="0"/>
              </a:spcBef>
              <a:spcAft>
                <a:spcPts val="0"/>
              </a:spcAft>
              <a:buClr>
                <a:schemeClr val="dk1"/>
              </a:buClr>
              <a:buSzPts val="4000"/>
              <a:buFont typeface="Oswald Medium"/>
              <a:buNone/>
              <a:defRPr sz="4000">
                <a:solidFill>
                  <a:schemeClr val="dk1"/>
                </a:solidFill>
                <a:latin typeface="Oswald Medium"/>
                <a:ea typeface="Oswald Medium"/>
                <a:cs typeface="Oswald Medium"/>
                <a:sym typeface="Oswald Medium"/>
              </a:defRPr>
            </a:lvl1pPr>
            <a:lvl2pPr lvl="1">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a:endParaRPr/>
          </a:p>
        </p:txBody>
      </p:sp>
      <p:sp>
        <p:nvSpPr>
          <p:cNvPr id="7" name="Google Shape;7;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Autofit/>
          </a:bodyPr>
          <a:lstStyle>
            <a:lvl1pPr marL="457200" lvl="0" indent="-34925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1pPr>
            <a:lvl2pPr marL="914400" lvl="1"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2pPr>
            <a:lvl3pPr marL="1371600" lvl="2"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3pPr>
            <a:lvl4pPr marL="1828800" lvl="3"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4pPr>
            <a:lvl5pPr marL="2286000" lvl="4"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5pPr>
            <a:lvl6pPr marL="2743200" lvl="5"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6pPr>
            <a:lvl7pPr marL="3200400" lvl="6"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7pPr>
            <a:lvl8pPr marL="3657600" lvl="7"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8pPr>
            <a:lvl9pPr marL="4114800" lvl="8" indent="-349250">
              <a:lnSpc>
                <a:spcPct val="115000"/>
              </a:lnSpc>
              <a:spcBef>
                <a:spcPts val="2100"/>
              </a:spcBef>
              <a:spcAft>
                <a:spcPts val="2100"/>
              </a:spcAft>
              <a:buClr>
                <a:schemeClr val="dk2"/>
              </a:buClr>
              <a:buSzPts val="1900"/>
              <a:buFont typeface="Open Sans"/>
              <a:buChar char="■"/>
              <a:defRPr sz="1900">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rot="5400000">
            <a:off x="-679350" y="6198500"/>
            <a:ext cx="1579800" cy="37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Barlow Condensed"/>
                <a:ea typeface="Barlow Condensed"/>
                <a:cs typeface="Barlow Condensed"/>
                <a:sym typeface="Barlow Condensed"/>
              </a:rPr>
              <a:t>SLIDESMANIA.COM</a:t>
            </a:r>
            <a:endParaRPr>
              <a:solidFill>
                <a:schemeClr val="dk1"/>
              </a:solidFill>
              <a:latin typeface="Barlow Condensed"/>
              <a:ea typeface="Barlow Condensed"/>
              <a:cs typeface="Barlow Condensed"/>
              <a:sym typeface="Barlow Condense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6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3.xml"/><Relationship Id="rId1" Type="http://schemas.openxmlformats.org/officeDocument/2006/relationships/vmlDrawing" Target="../drawings/vmlDrawing1.v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5" name="TextBox 4">
            <a:extLst>
              <a:ext uri="{FF2B5EF4-FFF2-40B4-BE49-F238E27FC236}">
                <a16:creationId xmlns:a16="http://schemas.microsoft.com/office/drawing/2014/main" id="{ACF298FC-B79F-EF6F-F387-0DA0EF219CD1}"/>
              </a:ext>
            </a:extLst>
          </p:cNvPr>
          <p:cNvSpPr txBox="1"/>
          <p:nvPr/>
        </p:nvSpPr>
        <p:spPr>
          <a:xfrm>
            <a:off x="2557344" y="1341115"/>
            <a:ext cx="7077309" cy="1457258"/>
          </a:xfrm>
          <a:prstGeom prst="rect">
            <a:avLst/>
          </a:prstGeom>
          <a:noFill/>
        </p:spPr>
        <p:txBody>
          <a:bodyPr wrap="square" rtlCol="0">
            <a:spAutoFit/>
          </a:bodyPr>
          <a:lstStyle/>
          <a:p>
            <a:pPr algn="ctr">
              <a:lnSpc>
                <a:spcPts val="5550"/>
              </a:lnSpc>
            </a:pPr>
            <a:r>
              <a:rPr lang="en-US" sz="3600" b="1" dirty="0">
                <a:solidFill>
                  <a:srgbClr val="1B1B27"/>
                </a:solidFill>
                <a:latin typeface="Times New Roman" panose="02020603050405020304" pitchFamily="18" charset="0"/>
                <a:ea typeface="Corben" panose="020F0503020000020004" pitchFamily="34" charset="-122"/>
                <a:cs typeface="Times New Roman" panose="02020603050405020304" pitchFamily="18" charset="0"/>
              </a:rPr>
              <a:t>BÀI TẬP LỚN:TRÍ TUỆ NHÂN TẠO VÀ HỌC MÁY</a:t>
            </a:r>
            <a:endParaRPr lang="en-US" sz="3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8CD8BD9-4BC9-8792-5F37-056DB913076A}"/>
              </a:ext>
            </a:extLst>
          </p:cNvPr>
          <p:cNvSpPr txBox="1"/>
          <p:nvPr/>
        </p:nvSpPr>
        <p:spPr>
          <a:xfrm>
            <a:off x="2736245" y="3640345"/>
            <a:ext cx="7958653" cy="2247025"/>
          </a:xfrm>
          <a:prstGeom prst="rect">
            <a:avLst/>
          </a:prstGeom>
          <a:noFill/>
        </p:spPr>
        <p:txBody>
          <a:bodyPr wrap="square" rtlCol="0">
            <a:spAutoFit/>
          </a:bodyPr>
          <a:lstStyle/>
          <a:p>
            <a:pPr>
              <a:lnSpc>
                <a:spcPct val="150000"/>
              </a:lnSpc>
            </a:pPr>
            <a:r>
              <a:rPr lang="en-US" sz="2400" dirty="0">
                <a:solidFill>
                  <a:srgbClr val="2C2821"/>
                </a:solidFill>
                <a:latin typeface="Lora" pitchFamily="34" charset="0"/>
                <a:ea typeface="Lora" pitchFamily="34" charset="-122"/>
                <a:cs typeface="Lora" pitchFamily="34" charset="-120"/>
              </a:rPr>
              <a:t>GV </a:t>
            </a:r>
            <a:r>
              <a:rPr lang="en-US" sz="2400" dirty="0" err="1">
                <a:solidFill>
                  <a:srgbClr val="2C2821"/>
                </a:solidFill>
                <a:latin typeface="Lora" pitchFamily="34" charset="0"/>
                <a:ea typeface="Lora" pitchFamily="34" charset="-122"/>
                <a:cs typeface="Lora" pitchFamily="34" charset="-120"/>
              </a:rPr>
              <a:t>hướng</a:t>
            </a:r>
            <a:r>
              <a:rPr lang="en-US" sz="2400" dirty="0">
                <a:solidFill>
                  <a:srgbClr val="2C2821"/>
                </a:solidFill>
                <a:latin typeface="Lora" pitchFamily="34" charset="0"/>
                <a:ea typeface="Lora" pitchFamily="34" charset="-122"/>
                <a:cs typeface="Lora" pitchFamily="34" charset="-120"/>
              </a:rPr>
              <a:t> </a:t>
            </a:r>
            <a:r>
              <a:rPr lang="en-US" sz="2400" dirty="0" err="1">
                <a:solidFill>
                  <a:srgbClr val="2C2821"/>
                </a:solidFill>
                <a:latin typeface="Lora" pitchFamily="34" charset="0"/>
                <a:ea typeface="Lora" pitchFamily="34" charset="-122"/>
                <a:cs typeface="Lora" pitchFamily="34" charset="-120"/>
              </a:rPr>
              <a:t>dẫn</a:t>
            </a:r>
            <a:r>
              <a:rPr lang="en-US" sz="2400" dirty="0">
                <a:solidFill>
                  <a:srgbClr val="2C2821"/>
                </a:solidFill>
                <a:latin typeface="Lora" pitchFamily="34" charset="0"/>
                <a:ea typeface="Lora" pitchFamily="34" charset="-122"/>
                <a:cs typeface="Lora" pitchFamily="34" charset="-120"/>
              </a:rPr>
              <a:t>: </a:t>
            </a:r>
            <a:r>
              <a:rPr lang="vi-VN" sz="2400" dirty="0">
                <a:solidFill>
                  <a:srgbClr val="2C2821"/>
                </a:solidFill>
                <a:latin typeface="Lora" pitchFamily="34" charset="0"/>
                <a:ea typeface="Lora" pitchFamily="34" charset="-122"/>
                <a:cs typeface="Lora" pitchFamily="34" charset="-120"/>
              </a:rPr>
              <a:t>       </a:t>
            </a:r>
            <a:r>
              <a:rPr lang="en-US" sz="2400" dirty="0">
                <a:solidFill>
                  <a:srgbClr val="2C2821"/>
                </a:solidFill>
                <a:latin typeface="Lora" pitchFamily="34" charset="0"/>
                <a:ea typeface="Lora" pitchFamily="34" charset="-122"/>
                <a:cs typeface="Lora" pitchFamily="34" charset="-120"/>
              </a:rPr>
              <a:t>TS. Nguyễn Tuấn Linh</a:t>
            </a:r>
          </a:p>
          <a:p>
            <a:pPr>
              <a:lnSpc>
                <a:spcPct val="150000"/>
              </a:lnSpc>
            </a:pPr>
            <a:r>
              <a:rPr lang="en-US" sz="2400" dirty="0">
                <a:solidFill>
                  <a:srgbClr val="2C2821"/>
                </a:solidFill>
                <a:latin typeface="Lora" pitchFamily="34" charset="0"/>
                <a:ea typeface="Lora" pitchFamily="34" charset="-122"/>
                <a:cs typeface="Lora" pitchFamily="34" charset="-120"/>
              </a:rPr>
              <a:t>Sinh </a:t>
            </a:r>
            <a:r>
              <a:rPr lang="en-US" sz="2400" dirty="0" err="1">
                <a:solidFill>
                  <a:srgbClr val="2C2821"/>
                </a:solidFill>
                <a:latin typeface="Lora" pitchFamily="34" charset="0"/>
                <a:ea typeface="Lora" pitchFamily="34" charset="-122"/>
                <a:cs typeface="Lora" pitchFamily="34" charset="-120"/>
              </a:rPr>
              <a:t>viên</a:t>
            </a:r>
            <a:r>
              <a:rPr lang="en-US" sz="2400" dirty="0">
                <a:solidFill>
                  <a:srgbClr val="2C2821"/>
                </a:solidFill>
                <a:latin typeface="Lora" pitchFamily="34" charset="0"/>
                <a:ea typeface="Lora" pitchFamily="34" charset="-122"/>
                <a:cs typeface="Lora" pitchFamily="34" charset="-120"/>
              </a:rPr>
              <a:t>: </a:t>
            </a:r>
            <a:r>
              <a:rPr lang="vi-VN" sz="2400" dirty="0">
                <a:solidFill>
                  <a:srgbClr val="2C2821"/>
                </a:solidFill>
                <a:latin typeface="Lora" pitchFamily="34" charset="0"/>
                <a:ea typeface="Lora" pitchFamily="34" charset="-122"/>
                <a:cs typeface="Lora" pitchFamily="34" charset="-120"/>
              </a:rPr>
              <a:t>                Ngụy Đình Tuấn Hà</a:t>
            </a:r>
            <a:endParaRPr lang="en-US" sz="2400" dirty="0">
              <a:solidFill>
                <a:srgbClr val="2C2821"/>
              </a:solidFill>
              <a:latin typeface="Lora" pitchFamily="34" charset="0"/>
              <a:ea typeface="Lora" pitchFamily="34" charset="-122"/>
              <a:cs typeface="Lora" pitchFamily="34" charset="-120"/>
            </a:endParaRPr>
          </a:p>
          <a:p>
            <a:pPr>
              <a:lnSpc>
                <a:spcPct val="150000"/>
              </a:lnSpc>
            </a:pPr>
            <a:r>
              <a:rPr lang="en-US" sz="2400" dirty="0" err="1">
                <a:solidFill>
                  <a:srgbClr val="2C2821"/>
                </a:solidFill>
                <a:latin typeface="Lora" pitchFamily="34" charset="0"/>
                <a:ea typeface="Lora" pitchFamily="34" charset="-122"/>
                <a:cs typeface="Lora" pitchFamily="34" charset="-120"/>
              </a:rPr>
              <a:t>Lớp</a:t>
            </a:r>
            <a:r>
              <a:rPr lang="en-US" sz="2400" dirty="0">
                <a:solidFill>
                  <a:srgbClr val="2C2821"/>
                </a:solidFill>
                <a:latin typeface="Lora" pitchFamily="34" charset="0"/>
                <a:ea typeface="Lora" pitchFamily="34" charset="-122"/>
                <a:cs typeface="Lora" pitchFamily="34" charset="-120"/>
              </a:rPr>
              <a:t>: </a:t>
            </a:r>
            <a:r>
              <a:rPr lang="vi-VN" sz="2400" dirty="0">
                <a:solidFill>
                  <a:srgbClr val="2C2821"/>
                </a:solidFill>
                <a:latin typeface="Lora" pitchFamily="34" charset="0"/>
                <a:ea typeface="Lora" pitchFamily="34" charset="-122"/>
                <a:cs typeface="Lora" pitchFamily="34" charset="-120"/>
              </a:rPr>
              <a:t>			</a:t>
            </a:r>
            <a:r>
              <a:rPr lang="en-US" sz="2400" dirty="0">
                <a:solidFill>
                  <a:srgbClr val="2C2821"/>
                </a:solidFill>
                <a:latin typeface="Lora" pitchFamily="34" charset="0"/>
                <a:ea typeface="Lora" pitchFamily="34" charset="-122"/>
                <a:cs typeface="Lora" pitchFamily="34" charset="-120"/>
              </a:rPr>
              <a:t>K58KTP.K01 </a:t>
            </a:r>
          </a:p>
          <a:p>
            <a:pPr>
              <a:lnSpc>
                <a:spcPct val="150000"/>
              </a:lnSpc>
            </a:pPr>
            <a:r>
              <a:rPr lang="en-US" sz="2400" dirty="0">
                <a:solidFill>
                  <a:srgbClr val="2C2821"/>
                </a:solidFill>
                <a:latin typeface="Lora" pitchFamily="34" charset="0"/>
                <a:ea typeface="Lora" pitchFamily="34" charset="-122"/>
                <a:cs typeface="Lora" pitchFamily="34" charset="-120"/>
              </a:rPr>
              <a:t>MSSV: </a:t>
            </a:r>
            <a:r>
              <a:rPr lang="vi-VN" sz="2400" dirty="0">
                <a:solidFill>
                  <a:srgbClr val="2C2821"/>
                </a:solidFill>
                <a:latin typeface="Lora" pitchFamily="34" charset="0"/>
                <a:ea typeface="Lora" pitchFamily="34" charset="-122"/>
                <a:cs typeface="Lora" pitchFamily="34" charset="-120"/>
              </a:rPr>
              <a:t>		</a:t>
            </a:r>
            <a:r>
              <a:rPr lang="en-US" sz="2400" dirty="0">
                <a:solidFill>
                  <a:srgbClr val="2C2821"/>
                </a:solidFill>
                <a:latin typeface="Lora" pitchFamily="34" charset="0"/>
                <a:ea typeface="Lora" pitchFamily="34" charset="-122"/>
                <a:cs typeface="Lora" pitchFamily="34" charset="-120"/>
              </a:rPr>
              <a:t>K</a:t>
            </a:r>
            <a:r>
              <a:rPr lang="vi-VN" sz="2400" dirty="0">
                <a:solidFill>
                  <a:srgbClr val="2C2821"/>
                </a:solidFill>
                <a:latin typeface="Lora" pitchFamily="34" charset="0"/>
                <a:ea typeface="Lora" pitchFamily="34" charset="-122"/>
                <a:cs typeface="Lora" pitchFamily="34" charset="-120"/>
              </a:rPr>
              <a:t>225480106011</a:t>
            </a:r>
            <a:endParaRPr lang="en-US" sz="2400" dirty="0"/>
          </a:p>
        </p:txBody>
      </p:sp>
      <p:sp>
        <p:nvSpPr>
          <p:cNvPr id="2" name="Rectangle 1">
            <a:extLst>
              <a:ext uri="{FF2B5EF4-FFF2-40B4-BE49-F238E27FC236}">
                <a16:creationId xmlns:a16="http://schemas.microsoft.com/office/drawing/2014/main" id="{44F1A2BC-4A44-A1A6-3B18-EAA8FB297937}"/>
              </a:ext>
            </a:extLst>
          </p:cNvPr>
          <p:cNvSpPr/>
          <p:nvPr/>
        </p:nvSpPr>
        <p:spPr>
          <a:xfrm rot="2691659">
            <a:off x="825973" y="-169534"/>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endParaRPr>
          </a:p>
        </p:txBody>
      </p:sp>
      <p:sp>
        <p:nvSpPr>
          <p:cNvPr id="3" name="Rectangle 2">
            <a:extLst>
              <a:ext uri="{FF2B5EF4-FFF2-40B4-BE49-F238E27FC236}">
                <a16:creationId xmlns:a16="http://schemas.microsoft.com/office/drawing/2014/main" id="{2A140424-55EB-1C4A-200A-FDCB388E3387}"/>
              </a:ext>
            </a:extLst>
          </p:cNvPr>
          <p:cNvSpPr/>
          <p:nvPr/>
        </p:nvSpPr>
        <p:spPr>
          <a:xfrm rot="2691659">
            <a:off x="10833095" y="4481138"/>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endParaRPr>
          </a:p>
        </p:txBody>
      </p:sp>
      <p:sp>
        <p:nvSpPr>
          <p:cNvPr id="4" name="TextBox 3">
            <a:extLst>
              <a:ext uri="{FF2B5EF4-FFF2-40B4-BE49-F238E27FC236}">
                <a16:creationId xmlns:a16="http://schemas.microsoft.com/office/drawing/2014/main" id="{E24E7548-8D24-E409-5F9F-D8F4DACF9D0F}"/>
              </a:ext>
            </a:extLst>
          </p:cNvPr>
          <p:cNvSpPr txBox="1"/>
          <p:nvPr/>
        </p:nvSpPr>
        <p:spPr>
          <a:xfrm>
            <a:off x="3741575" y="3040374"/>
            <a:ext cx="4708849" cy="461665"/>
          </a:xfrm>
          <a:prstGeom prst="rect">
            <a:avLst/>
          </a:prstGeom>
          <a:noFill/>
        </p:spPr>
        <p:txBody>
          <a:bodyPr wrap="square" rtlCol="0">
            <a:spAutoFit/>
          </a:bodyPr>
          <a:lstStyle/>
          <a:p>
            <a:r>
              <a:rPr lang="en-US" sz="2400" b="1" dirty="0">
                <a:solidFill>
                  <a:srgbClr val="404155"/>
                </a:solidFill>
                <a:latin typeface="Times New Roman" panose="02020603050405020304" pitchFamily="18" charset="0"/>
                <a:ea typeface="Nobile" panose="02000503050000020004" pitchFamily="34" charset="-122"/>
                <a:cs typeface="Times New Roman" panose="02020603050405020304" pitchFamily="18" charset="0"/>
              </a:rPr>
              <a:t>ĐỀ TÀI:PHÂN LOẠI CHÓ MÈO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 name="TextBox 1">
            <a:extLst>
              <a:ext uri="{FF2B5EF4-FFF2-40B4-BE49-F238E27FC236}">
                <a16:creationId xmlns:a16="http://schemas.microsoft.com/office/drawing/2014/main" id="{BDB0C693-C3DE-9BB1-711F-34AC7D89A7ED}"/>
              </a:ext>
            </a:extLst>
          </p:cNvPr>
          <p:cNvSpPr txBox="1"/>
          <p:nvPr/>
        </p:nvSpPr>
        <p:spPr>
          <a:xfrm>
            <a:off x="572483" y="499508"/>
            <a:ext cx="10884310" cy="751168"/>
          </a:xfrm>
          <a:prstGeom prst="rect">
            <a:avLst/>
          </a:prstGeom>
          <a:noFill/>
        </p:spPr>
        <p:txBody>
          <a:bodyPr wrap="square" rtlCol="0">
            <a:spAutoFit/>
          </a:bodyPr>
          <a:lstStyle/>
          <a:p>
            <a:pPr>
              <a:lnSpc>
                <a:spcPts val="5550"/>
              </a:lnSpc>
            </a:pPr>
            <a:r>
              <a:rPr lang="en-US" sz="3600" b="1" dirty="0">
                <a:solidFill>
                  <a:srgbClr val="233E32"/>
                </a:solidFill>
                <a:latin typeface="Times New Roman" panose="02020603050405020304" pitchFamily="18" charset="0"/>
                <a:ea typeface="Alice" pitchFamily="34" charset="-122"/>
                <a:cs typeface="Times New Roman" panose="02020603050405020304" pitchFamily="18" charset="0"/>
              </a:rPr>
              <a:t>CHƯƠNG 1 — TỔNG QUAN</a:t>
            </a:r>
            <a:endParaRPr lang="en-US"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7D8B477-3C20-5F99-9BF4-33A49A352C3A}"/>
              </a:ext>
            </a:extLst>
          </p:cNvPr>
          <p:cNvSpPr txBox="1"/>
          <p:nvPr/>
        </p:nvSpPr>
        <p:spPr>
          <a:xfrm>
            <a:off x="690466" y="1412656"/>
            <a:ext cx="4152123" cy="400110"/>
          </a:xfrm>
          <a:prstGeom prst="rect">
            <a:avLst/>
          </a:prstGeom>
          <a:noFill/>
        </p:spPr>
        <p:txBody>
          <a:bodyPr wrap="square" rtlCol="0">
            <a:spAutoFit/>
          </a:bodyPr>
          <a:lstStyle/>
          <a:p>
            <a:r>
              <a:rPr lang="vi-VN" sz="2000" dirty="0">
                <a:latin typeface="+mj-lt"/>
              </a:rPr>
              <a:t>Đặt Vấn Đề</a:t>
            </a:r>
            <a:endParaRPr lang="en-US" sz="2000" dirty="0">
              <a:latin typeface="+mj-lt"/>
            </a:endParaRPr>
          </a:p>
        </p:txBody>
      </p:sp>
      <p:sp>
        <p:nvSpPr>
          <p:cNvPr id="4" name="TextBox 3">
            <a:extLst>
              <a:ext uri="{FF2B5EF4-FFF2-40B4-BE49-F238E27FC236}">
                <a16:creationId xmlns:a16="http://schemas.microsoft.com/office/drawing/2014/main" id="{28ED4A3B-5533-2EEC-F47D-BCB8EAC97E78}"/>
              </a:ext>
            </a:extLst>
          </p:cNvPr>
          <p:cNvSpPr txBox="1"/>
          <p:nvPr/>
        </p:nvSpPr>
        <p:spPr>
          <a:xfrm>
            <a:off x="690466" y="1974746"/>
            <a:ext cx="5561044" cy="3754874"/>
          </a:xfrm>
          <a:prstGeom prst="rect">
            <a:avLst/>
          </a:prstGeom>
          <a:noFill/>
        </p:spPr>
        <p:txBody>
          <a:bodyPr wrap="square" rtlCol="0">
            <a:spAutoFit/>
          </a:bodyPr>
          <a:lstStyle/>
          <a:p>
            <a:pPr algn="just"/>
            <a:r>
              <a:rPr lang="vi-VN" dirty="0"/>
              <a:t>      Trong thời đại số hóa hiện nay, dữ liệu hình ảnh ngày càng gia tăng nhanh chóng và đóng vai trò quan trọng trong nhiều lĩnh vực khác nhau. Việc tự động phân tích và hiểu nội dung hình ảnh đã trở thành một yêu cầu thiết yếu trong các hệ thống thông minh.</a:t>
            </a:r>
          </a:p>
          <a:p>
            <a:pPr algn="just"/>
            <a:endParaRPr lang="en-US" dirty="0"/>
          </a:p>
          <a:p>
            <a:pPr algn="just"/>
            <a:r>
              <a:rPr lang="vi-VN" dirty="0"/>
              <a:t>       Bài toán phân loại hình ảnh là một trong những bài toán cơ bản của thị giác máy tính, trong đó mục tiêu là xác định một hình ảnh thuộc về lớp nào dựa trên nội dung của nó. Trong phạm vi đề tài này, bài toán được cụ thể hóa thành việc phân loại các giống chó và mèo từ ảnh đầu vào.</a:t>
            </a:r>
          </a:p>
          <a:p>
            <a:pPr algn="just"/>
            <a:endParaRPr lang="en-US" dirty="0"/>
          </a:p>
          <a:p>
            <a:pPr algn="just"/>
            <a:r>
              <a:rPr lang="vi-VN" dirty="0"/>
              <a:t>        Đầu vào của hệ thống là một hình ảnh chứa đối tượng là chó hoặc mèo. Đầu ra của hệ thống là nhãn dự đoán tương ứng với một trong các giống đã được huấn luyện trước, kèm theo xác suất dự đoán. Trong đề tài, hệ thống được thiết kế để phân loại 10 giống phổ biến bao gồm cả chó và mèo.</a:t>
            </a:r>
            <a:endParaRPr lang="en-US" dirty="0"/>
          </a:p>
          <a:p>
            <a:endParaRPr lang="en-US" dirty="0"/>
          </a:p>
        </p:txBody>
      </p:sp>
      <p:pic>
        <p:nvPicPr>
          <p:cNvPr id="1028" name="Picture 4" descr="Hơn 911.100 Mèo Con Bức ảnh ảnh, hình chụp &amp; hình ảnh trả phí bản quyền một  lần sẵn có - iStock">
            <a:extLst>
              <a:ext uri="{FF2B5EF4-FFF2-40B4-BE49-F238E27FC236}">
                <a16:creationId xmlns:a16="http://schemas.microsoft.com/office/drawing/2014/main" id="{E80E1234-77B9-FA3A-A30A-F9D521EB0B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0677" y="593202"/>
            <a:ext cx="5285084" cy="53130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heel spokes="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5">
          <a:extLst>
            <a:ext uri="{FF2B5EF4-FFF2-40B4-BE49-F238E27FC236}">
              <a16:creationId xmlns:a16="http://schemas.microsoft.com/office/drawing/2014/main" id="{4799B329-C202-86B4-EE33-81641FF2DBF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EB9B04-DE45-9524-F628-C8BBCE7C2E57}"/>
              </a:ext>
            </a:extLst>
          </p:cNvPr>
          <p:cNvSpPr txBox="1"/>
          <p:nvPr/>
        </p:nvSpPr>
        <p:spPr>
          <a:xfrm>
            <a:off x="572483" y="499508"/>
            <a:ext cx="10884310" cy="751168"/>
          </a:xfrm>
          <a:prstGeom prst="rect">
            <a:avLst/>
          </a:prstGeom>
          <a:noFill/>
        </p:spPr>
        <p:txBody>
          <a:bodyPr wrap="square" rtlCol="0">
            <a:spAutoFit/>
          </a:bodyPr>
          <a:lstStyle/>
          <a:p>
            <a:pPr>
              <a:lnSpc>
                <a:spcPts val="5550"/>
              </a:lnSpc>
            </a:pPr>
            <a:r>
              <a:rPr lang="en-US" sz="3600" b="1" dirty="0">
                <a:solidFill>
                  <a:srgbClr val="233E32"/>
                </a:solidFill>
                <a:latin typeface="Times New Roman" panose="02020603050405020304" pitchFamily="18" charset="0"/>
                <a:ea typeface="Alice" pitchFamily="34" charset="-122"/>
                <a:cs typeface="Times New Roman" panose="02020603050405020304" pitchFamily="18" charset="0"/>
              </a:rPr>
              <a:t>CHƯƠNG 1 — TỔNG QUAN</a:t>
            </a:r>
            <a:endParaRPr lang="en-US"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0925B93-29BE-4305-384B-17DE20A7896E}"/>
              </a:ext>
            </a:extLst>
          </p:cNvPr>
          <p:cNvSpPr txBox="1"/>
          <p:nvPr/>
        </p:nvSpPr>
        <p:spPr>
          <a:xfrm>
            <a:off x="690466" y="1412656"/>
            <a:ext cx="4152123" cy="400110"/>
          </a:xfrm>
          <a:prstGeom prst="rect">
            <a:avLst/>
          </a:prstGeom>
          <a:noFill/>
        </p:spPr>
        <p:txBody>
          <a:bodyPr wrap="square" rtlCol="0">
            <a:spAutoFit/>
          </a:bodyPr>
          <a:lstStyle/>
          <a:p>
            <a:r>
              <a:rPr lang="en-US" sz="2000" b="1" dirty="0" err="1">
                <a:latin typeface="Times New Roman" panose="02020603050405020304" pitchFamily="18" charset="0"/>
                <a:cs typeface="Times New Roman" panose="02020603050405020304" pitchFamily="18" charset="0"/>
              </a:rPr>
              <a:t>Vấn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đề</a:t>
            </a:r>
            <a:r>
              <a:rPr lang="en-US" sz="2000" b="1" dirty="0">
                <a:latin typeface="Times New Roman" panose="02020603050405020304" pitchFamily="18" charset="0"/>
                <a:cs typeface="Times New Roman" panose="02020603050405020304" pitchFamily="18" charset="0"/>
              </a:rPr>
              <a:t> &amp; Lý do </a:t>
            </a:r>
            <a:r>
              <a:rPr lang="en-US" sz="2000" b="1" dirty="0" err="1">
                <a:latin typeface="Times New Roman" panose="02020603050405020304" pitchFamily="18" charset="0"/>
                <a:cs typeface="Times New Roman" panose="02020603050405020304" pitchFamily="18" charset="0"/>
              </a:rPr>
              <a:t>chọn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đề</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tài</a:t>
            </a:r>
            <a:endParaRPr lang="en-US" sz="2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D91B57F-AB4C-61D8-D67E-C4832EBF5D03}"/>
              </a:ext>
            </a:extLst>
          </p:cNvPr>
          <p:cNvSpPr txBox="1"/>
          <p:nvPr/>
        </p:nvSpPr>
        <p:spPr>
          <a:xfrm>
            <a:off x="690466" y="1974746"/>
            <a:ext cx="5561044" cy="954107"/>
          </a:xfrm>
          <a:prstGeom prst="rect">
            <a:avLst/>
          </a:prstGeom>
          <a:noFill/>
        </p:spPr>
        <p:txBody>
          <a:bodyPr wrap="square" rtlCol="0">
            <a:spAutoFit/>
          </a:bodyPr>
          <a:lstStyle/>
          <a:p>
            <a:pPr algn="just"/>
            <a:r>
              <a:rPr lang="vi-VN" dirty="0"/>
              <a:t>       Phân loại ảnh là bài toán then chốt của thị giác máy tính. Chó và mèo là vật nuôi phổ biến, có nhiều ứng dụng thực tiễn (quản lý thú cưng, tìm kiếm ảnh, hỗ trợ thú y). Đề tài giúp áp dụng xử lý ảnh, học sâu và triển khai phần mềm.</a:t>
            </a:r>
          </a:p>
        </p:txBody>
      </p:sp>
      <p:pic>
        <p:nvPicPr>
          <p:cNvPr id="1028" name="Picture 4" descr="Hơn 911.100 Mèo Con Bức ảnh ảnh, hình chụp &amp; hình ảnh trả phí bản quyền một  lần sẵn có - iStock">
            <a:extLst>
              <a:ext uri="{FF2B5EF4-FFF2-40B4-BE49-F238E27FC236}">
                <a16:creationId xmlns:a16="http://schemas.microsoft.com/office/drawing/2014/main" id="{80AB1708-37B7-A3F7-F95F-43ACBD2620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0677" y="593202"/>
            <a:ext cx="5285084" cy="5313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0210830"/>
      </p:ext>
    </p:extLst>
  </p:cSld>
  <p:clrMapOvr>
    <a:masterClrMapping/>
  </p:clrMapOvr>
  <p:transition spd="slow">
    <p:wheel spokes="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BEF96ABA-13BC-0000-9C59-2D6D4146FA59}"/>
              </a:ext>
            </a:extLst>
          </p:cNvPr>
          <p:cNvSpPr/>
          <p:nvPr/>
        </p:nvSpPr>
        <p:spPr>
          <a:xfrm>
            <a:off x="1810148" y="716214"/>
            <a:ext cx="4961811" cy="620078"/>
          </a:xfrm>
          <a:prstGeom prst="rect">
            <a:avLst/>
          </a:prstGeom>
          <a:noFill/>
          <a:ln/>
        </p:spPr>
        <p:txBody>
          <a:bodyPr wrap="none" lIns="0" tIns="0" rIns="0" bIns="0" rtlCol="0" anchor="t"/>
          <a:lstStyle/>
          <a:p>
            <a:pPr marL="0" indent="0" algn="l">
              <a:lnSpc>
                <a:spcPts val="4850"/>
              </a:lnSpc>
              <a:buNone/>
            </a:pPr>
            <a:r>
              <a:rPr lang="en-US" sz="3600" dirty="0">
                <a:solidFill>
                  <a:srgbClr val="1B1B27"/>
                </a:solidFill>
                <a:latin typeface="Times New Roman" panose="02020603050405020304" pitchFamily="18" charset="0"/>
                <a:ea typeface="Corben" pitchFamily="34" charset="-122"/>
                <a:cs typeface="Times New Roman" panose="02020603050405020304" pitchFamily="18" charset="0"/>
              </a:rPr>
              <a:t>Mục Tiêu Đề Tài</a:t>
            </a:r>
            <a:endParaRPr lang="en-US" sz="3600" dirty="0">
              <a:latin typeface="Times New Roman" panose="02020603050405020304" pitchFamily="18" charset="0"/>
              <a:cs typeface="Times New Roman" panose="02020603050405020304" pitchFamily="18" charset="0"/>
            </a:endParaRPr>
          </a:p>
        </p:txBody>
      </p:sp>
      <p:sp>
        <p:nvSpPr>
          <p:cNvPr id="5" name="Text 1">
            <a:extLst>
              <a:ext uri="{FF2B5EF4-FFF2-40B4-BE49-F238E27FC236}">
                <a16:creationId xmlns:a16="http://schemas.microsoft.com/office/drawing/2014/main" id="{4EE0D7B5-CD97-532D-077E-72DA84B803A8}"/>
              </a:ext>
            </a:extLst>
          </p:cNvPr>
          <p:cNvSpPr/>
          <p:nvPr/>
        </p:nvSpPr>
        <p:spPr>
          <a:xfrm>
            <a:off x="1091326" y="1365075"/>
            <a:ext cx="13042821" cy="317540"/>
          </a:xfrm>
          <a:prstGeom prst="rect">
            <a:avLst/>
          </a:prstGeom>
          <a:noFill/>
          <a:ln/>
        </p:spPr>
        <p:txBody>
          <a:bodyPr wrap="none" lIns="0" tIns="0" rIns="0" bIns="0" rtlCol="0" anchor="t"/>
          <a:lstStyle/>
          <a:p>
            <a:pPr marL="0" indent="0" algn="l">
              <a:lnSpc>
                <a:spcPts val="250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Xây dựng mô hình học máy có khả năng tự động phân loại hình ảnh chó và mèo với độ chính xác cao.</a:t>
            </a:r>
            <a:endParaRPr lang="en-US" dirty="0">
              <a:latin typeface="Times New Roman" panose="02020603050405020304" pitchFamily="18" charset="0"/>
              <a:cs typeface="Times New Roman" panose="02020603050405020304" pitchFamily="18" charset="0"/>
            </a:endParaRPr>
          </a:p>
        </p:txBody>
      </p:sp>
      <p:sp>
        <p:nvSpPr>
          <p:cNvPr id="6" name="Text 2">
            <a:extLst>
              <a:ext uri="{FF2B5EF4-FFF2-40B4-BE49-F238E27FC236}">
                <a16:creationId xmlns:a16="http://schemas.microsoft.com/office/drawing/2014/main" id="{69E842F5-081B-6D31-90F8-2C468C25F489}"/>
              </a:ext>
            </a:extLst>
          </p:cNvPr>
          <p:cNvSpPr/>
          <p:nvPr/>
        </p:nvSpPr>
        <p:spPr>
          <a:xfrm>
            <a:off x="1091326" y="1827514"/>
            <a:ext cx="133697" cy="248007"/>
          </a:xfrm>
          <a:prstGeom prst="rect">
            <a:avLst/>
          </a:prstGeom>
          <a:noFill/>
          <a:ln/>
        </p:spPr>
        <p:txBody>
          <a:bodyPr wrap="none" lIns="0" tIns="0" rIns="0" bIns="0" rtlCol="0" anchor="t"/>
          <a:lstStyle/>
          <a:p>
            <a:pPr marL="0" indent="0" algn="l">
              <a:lnSpc>
                <a:spcPts val="2500"/>
              </a:lnSpc>
              <a:buNone/>
            </a:pPr>
            <a:r>
              <a:rPr lang="en-US" dirty="0">
                <a:solidFill>
                  <a:srgbClr val="404155"/>
                </a:solidFill>
                <a:latin typeface="Times New Roman" panose="02020603050405020304" pitchFamily="18" charset="0"/>
                <a:ea typeface="Corben Light" pitchFamily="34" charset="-122"/>
                <a:cs typeface="Times New Roman" panose="02020603050405020304" pitchFamily="18" charset="0"/>
              </a:rPr>
              <a:t>01</a:t>
            </a:r>
            <a:endParaRPr lang="en-US" dirty="0">
              <a:latin typeface="Times New Roman" panose="02020603050405020304" pitchFamily="18" charset="0"/>
              <a:cs typeface="Times New Roman" panose="02020603050405020304" pitchFamily="18" charset="0"/>
            </a:endParaRPr>
          </a:p>
        </p:txBody>
      </p:sp>
      <p:sp>
        <p:nvSpPr>
          <p:cNvPr id="7" name="Shape 3">
            <a:extLst>
              <a:ext uri="{FF2B5EF4-FFF2-40B4-BE49-F238E27FC236}">
                <a16:creationId xmlns:a16="http://schemas.microsoft.com/office/drawing/2014/main" id="{C4088C03-0294-123D-B5F7-9BD22C48871C}"/>
              </a:ext>
            </a:extLst>
          </p:cNvPr>
          <p:cNvSpPr/>
          <p:nvPr/>
        </p:nvSpPr>
        <p:spPr>
          <a:xfrm>
            <a:off x="1091326" y="2141839"/>
            <a:ext cx="4328717" cy="22860"/>
          </a:xfrm>
          <a:prstGeom prst="rect">
            <a:avLst/>
          </a:prstGeom>
          <a:solidFill>
            <a:srgbClr val="4967E9"/>
          </a:solidFill>
          <a:ln/>
        </p:spPr>
      </p:sp>
      <p:sp>
        <p:nvSpPr>
          <p:cNvPr id="8" name="Text 4">
            <a:extLst>
              <a:ext uri="{FF2B5EF4-FFF2-40B4-BE49-F238E27FC236}">
                <a16:creationId xmlns:a16="http://schemas.microsoft.com/office/drawing/2014/main" id="{18989B72-47BC-3E2A-F912-81396A4A2BD4}"/>
              </a:ext>
            </a:extLst>
          </p:cNvPr>
          <p:cNvSpPr/>
          <p:nvPr/>
        </p:nvSpPr>
        <p:spPr>
          <a:xfrm>
            <a:off x="1091326" y="2286738"/>
            <a:ext cx="1672181" cy="310158"/>
          </a:xfrm>
          <a:prstGeom prst="rect">
            <a:avLst/>
          </a:prstGeom>
          <a:noFill/>
          <a:ln/>
        </p:spPr>
        <p:txBody>
          <a:bodyPr wrap="none" lIns="0" tIns="0" rIns="0" bIns="0" rtlCol="0" anchor="t"/>
          <a:lstStyle/>
          <a:p>
            <a:pPr marL="0" indent="0" algn="l">
              <a:lnSpc>
                <a:spcPts val="2400"/>
              </a:lnSpc>
              <a:buNone/>
            </a:pPr>
            <a:r>
              <a:rPr lang="en-US" dirty="0">
                <a:solidFill>
                  <a:srgbClr val="404155"/>
                </a:solidFill>
                <a:latin typeface="Times New Roman" panose="02020603050405020304" pitchFamily="18" charset="0"/>
                <a:ea typeface="Corben" pitchFamily="34" charset="-122"/>
                <a:cs typeface="Times New Roman" panose="02020603050405020304" pitchFamily="18" charset="0"/>
              </a:rPr>
              <a:t>Thu Thập Dữ Liệu</a:t>
            </a:r>
            <a:endParaRPr lang="en-US" dirty="0">
              <a:latin typeface="Times New Roman" panose="02020603050405020304" pitchFamily="18" charset="0"/>
              <a:cs typeface="Times New Roman" panose="02020603050405020304" pitchFamily="18" charset="0"/>
            </a:endParaRPr>
          </a:p>
        </p:txBody>
      </p:sp>
      <p:sp>
        <p:nvSpPr>
          <p:cNvPr id="9" name="Text 5">
            <a:extLst>
              <a:ext uri="{FF2B5EF4-FFF2-40B4-BE49-F238E27FC236}">
                <a16:creationId xmlns:a16="http://schemas.microsoft.com/office/drawing/2014/main" id="{3A814231-3808-C5F8-1B5A-00298F174ACA}"/>
              </a:ext>
            </a:extLst>
          </p:cNvPr>
          <p:cNvSpPr/>
          <p:nvPr/>
        </p:nvSpPr>
        <p:spPr>
          <a:xfrm>
            <a:off x="1091326" y="2715958"/>
            <a:ext cx="4328717" cy="317540"/>
          </a:xfrm>
          <a:prstGeom prst="rect">
            <a:avLst/>
          </a:prstGeom>
          <a:noFill/>
          <a:ln/>
        </p:spPr>
        <p:txBody>
          <a:bodyPr wrap="none" lIns="0" tIns="0" rIns="0" bIns="0" rtlCol="0" anchor="t"/>
          <a:lstStyle/>
          <a:p>
            <a:pPr marL="0" indent="0" algn="l">
              <a:lnSpc>
                <a:spcPts val="250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Chuẩn bị tập dữ liệu hình ảnh chó và mèo</a:t>
            </a:r>
            <a:endParaRPr lang="en-US" dirty="0">
              <a:latin typeface="Times New Roman" panose="02020603050405020304" pitchFamily="18" charset="0"/>
              <a:cs typeface="Times New Roman" panose="02020603050405020304" pitchFamily="18" charset="0"/>
            </a:endParaRPr>
          </a:p>
        </p:txBody>
      </p:sp>
      <p:sp>
        <p:nvSpPr>
          <p:cNvPr id="10" name="Text 6">
            <a:extLst>
              <a:ext uri="{FF2B5EF4-FFF2-40B4-BE49-F238E27FC236}">
                <a16:creationId xmlns:a16="http://schemas.microsoft.com/office/drawing/2014/main" id="{B66B33DA-23AD-B977-A1EA-76A54580EFFE}"/>
              </a:ext>
            </a:extLst>
          </p:cNvPr>
          <p:cNvSpPr/>
          <p:nvPr/>
        </p:nvSpPr>
        <p:spPr>
          <a:xfrm>
            <a:off x="6771959" y="1740182"/>
            <a:ext cx="133697" cy="248007"/>
          </a:xfrm>
          <a:prstGeom prst="rect">
            <a:avLst/>
          </a:prstGeom>
          <a:noFill/>
          <a:ln/>
        </p:spPr>
        <p:txBody>
          <a:bodyPr wrap="none" lIns="0" tIns="0" rIns="0" bIns="0" rtlCol="0" anchor="t"/>
          <a:lstStyle/>
          <a:p>
            <a:pPr marL="0" indent="0" algn="l">
              <a:lnSpc>
                <a:spcPts val="2500"/>
              </a:lnSpc>
              <a:buNone/>
            </a:pPr>
            <a:r>
              <a:rPr lang="en-US" dirty="0">
                <a:solidFill>
                  <a:srgbClr val="404155"/>
                </a:solidFill>
                <a:latin typeface="Times New Roman" panose="02020603050405020304" pitchFamily="18" charset="0"/>
                <a:ea typeface="Corben Light" pitchFamily="34" charset="-122"/>
                <a:cs typeface="Times New Roman" panose="02020603050405020304" pitchFamily="18" charset="0"/>
              </a:rPr>
              <a:t>02</a:t>
            </a:r>
            <a:endParaRPr lang="en-US" dirty="0">
              <a:latin typeface="Times New Roman" panose="02020603050405020304" pitchFamily="18" charset="0"/>
              <a:cs typeface="Times New Roman" panose="02020603050405020304" pitchFamily="18" charset="0"/>
            </a:endParaRPr>
          </a:p>
        </p:txBody>
      </p:sp>
      <p:sp>
        <p:nvSpPr>
          <p:cNvPr id="11" name="Shape 7">
            <a:extLst>
              <a:ext uri="{FF2B5EF4-FFF2-40B4-BE49-F238E27FC236}">
                <a16:creationId xmlns:a16="http://schemas.microsoft.com/office/drawing/2014/main" id="{E0FD2A9B-0E85-E60B-67F4-BED780D9858C}"/>
              </a:ext>
            </a:extLst>
          </p:cNvPr>
          <p:cNvSpPr/>
          <p:nvPr/>
        </p:nvSpPr>
        <p:spPr>
          <a:xfrm>
            <a:off x="6771959" y="2029801"/>
            <a:ext cx="4328717" cy="22860"/>
          </a:xfrm>
          <a:prstGeom prst="rect">
            <a:avLst/>
          </a:prstGeom>
          <a:solidFill>
            <a:srgbClr val="4967E9"/>
          </a:solidFill>
          <a:ln/>
        </p:spPr>
      </p:sp>
      <p:sp>
        <p:nvSpPr>
          <p:cNvPr id="12" name="Text 8">
            <a:extLst>
              <a:ext uri="{FF2B5EF4-FFF2-40B4-BE49-F238E27FC236}">
                <a16:creationId xmlns:a16="http://schemas.microsoft.com/office/drawing/2014/main" id="{391345E6-78D9-3C19-6A69-0FF5C7A37827}"/>
              </a:ext>
            </a:extLst>
          </p:cNvPr>
          <p:cNvSpPr/>
          <p:nvPr/>
        </p:nvSpPr>
        <p:spPr>
          <a:xfrm>
            <a:off x="6771959" y="2174700"/>
            <a:ext cx="1672181" cy="310158"/>
          </a:xfrm>
          <a:prstGeom prst="rect">
            <a:avLst/>
          </a:prstGeom>
          <a:noFill/>
          <a:ln/>
        </p:spPr>
        <p:txBody>
          <a:bodyPr wrap="none" lIns="0" tIns="0" rIns="0" bIns="0" rtlCol="0" anchor="t"/>
          <a:lstStyle/>
          <a:p>
            <a:pPr marL="0" indent="0" algn="l">
              <a:lnSpc>
                <a:spcPts val="2400"/>
              </a:lnSpc>
              <a:buNone/>
            </a:pPr>
            <a:r>
              <a:rPr lang="en-US" dirty="0">
                <a:solidFill>
                  <a:srgbClr val="404155"/>
                </a:solidFill>
                <a:latin typeface="Times New Roman" panose="02020603050405020304" pitchFamily="18" charset="0"/>
                <a:ea typeface="Corben" pitchFamily="34" charset="-122"/>
                <a:cs typeface="Times New Roman" panose="02020603050405020304" pitchFamily="18" charset="0"/>
              </a:rPr>
              <a:t>Tiền Xử Lý</a:t>
            </a:r>
            <a:endParaRPr lang="en-US" dirty="0">
              <a:latin typeface="Times New Roman" panose="02020603050405020304" pitchFamily="18" charset="0"/>
              <a:cs typeface="Times New Roman" panose="02020603050405020304" pitchFamily="18" charset="0"/>
            </a:endParaRPr>
          </a:p>
        </p:txBody>
      </p:sp>
      <p:sp>
        <p:nvSpPr>
          <p:cNvPr id="13" name="Text 9">
            <a:extLst>
              <a:ext uri="{FF2B5EF4-FFF2-40B4-BE49-F238E27FC236}">
                <a16:creationId xmlns:a16="http://schemas.microsoft.com/office/drawing/2014/main" id="{96F9091F-BFE8-5D62-D864-90D428F42C78}"/>
              </a:ext>
            </a:extLst>
          </p:cNvPr>
          <p:cNvSpPr/>
          <p:nvPr/>
        </p:nvSpPr>
        <p:spPr>
          <a:xfrm>
            <a:off x="6771959" y="2603920"/>
            <a:ext cx="4328717" cy="317540"/>
          </a:xfrm>
          <a:prstGeom prst="rect">
            <a:avLst/>
          </a:prstGeom>
          <a:noFill/>
          <a:ln/>
        </p:spPr>
        <p:txBody>
          <a:bodyPr wrap="none" lIns="0" tIns="0" rIns="0" bIns="0" rtlCol="0" anchor="t"/>
          <a:lstStyle/>
          <a:p>
            <a:pPr marL="0" indent="0" algn="l">
              <a:lnSpc>
                <a:spcPts val="250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Chuẩn bị dữ liệu phù hợp với mô hình</a:t>
            </a:r>
            <a:endParaRPr lang="en-US" dirty="0">
              <a:latin typeface="Times New Roman" panose="02020603050405020304" pitchFamily="18" charset="0"/>
              <a:cs typeface="Times New Roman" panose="02020603050405020304" pitchFamily="18" charset="0"/>
            </a:endParaRPr>
          </a:p>
        </p:txBody>
      </p:sp>
      <p:sp>
        <p:nvSpPr>
          <p:cNvPr id="14" name="Text 10">
            <a:extLst>
              <a:ext uri="{FF2B5EF4-FFF2-40B4-BE49-F238E27FC236}">
                <a16:creationId xmlns:a16="http://schemas.microsoft.com/office/drawing/2014/main" id="{6B93DF22-D56C-013E-96D2-436A6C930F12}"/>
              </a:ext>
            </a:extLst>
          </p:cNvPr>
          <p:cNvSpPr/>
          <p:nvPr/>
        </p:nvSpPr>
        <p:spPr>
          <a:xfrm>
            <a:off x="1091326" y="3380684"/>
            <a:ext cx="133697" cy="248007"/>
          </a:xfrm>
          <a:prstGeom prst="rect">
            <a:avLst/>
          </a:prstGeom>
          <a:noFill/>
          <a:ln/>
        </p:spPr>
        <p:txBody>
          <a:bodyPr wrap="none" lIns="0" tIns="0" rIns="0" bIns="0" rtlCol="0" anchor="t"/>
          <a:lstStyle/>
          <a:p>
            <a:pPr marL="0" indent="0" algn="l">
              <a:lnSpc>
                <a:spcPts val="2500"/>
              </a:lnSpc>
              <a:buNone/>
            </a:pPr>
            <a:r>
              <a:rPr lang="en-US" dirty="0">
                <a:solidFill>
                  <a:srgbClr val="404155"/>
                </a:solidFill>
                <a:latin typeface="Times New Roman" panose="02020603050405020304" pitchFamily="18" charset="0"/>
                <a:ea typeface="Corben Light" pitchFamily="34" charset="-122"/>
                <a:cs typeface="Times New Roman" panose="02020603050405020304" pitchFamily="18" charset="0"/>
              </a:rPr>
              <a:t>03</a:t>
            </a:r>
            <a:endParaRPr lang="en-US" dirty="0">
              <a:latin typeface="Times New Roman" panose="02020603050405020304" pitchFamily="18" charset="0"/>
              <a:cs typeface="Times New Roman" panose="02020603050405020304" pitchFamily="18" charset="0"/>
            </a:endParaRPr>
          </a:p>
        </p:txBody>
      </p:sp>
      <p:sp>
        <p:nvSpPr>
          <p:cNvPr id="15" name="Shape 11">
            <a:extLst>
              <a:ext uri="{FF2B5EF4-FFF2-40B4-BE49-F238E27FC236}">
                <a16:creationId xmlns:a16="http://schemas.microsoft.com/office/drawing/2014/main" id="{8542C2E9-08C9-1E02-7E69-0E9CBFCE5C98}"/>
              </a:ext>
            </a:extLst>
          </p:cNvPr>
          <p:cNvSpPr/>
          <p:nvPr/>
        </p:nvSpPr>
        <p:spPr>
          <a:xfrm>
            <a:off x="1091326" y="3695009"/>
            <a:ext cx="4328717" cy="22860"/>
          </a:xfrm>
          <a:prstGeom prst="rect">
            <a:avLst/>
          </a:prstGeom>
          <a:solidFill>
            <a:srgbClr val="4967E9"/>
          </a:solidFill>
          <a:ln/>
        </p:spPr>
      </p:sp>
      <p:sp>
        <p:nvSpPr>
          <p:cNvPr id="16" name="Text 12">
            <a:extLst>
              <a:ext uri="{FF2B5EF4-FFF2-40B4-BE49-F238E27FC236}">
                <a16:creationId xmlns:a16="http://schemas.microsoft.com/office/drawing/2014/main" id="{9E9D63F3-9856-2656-462A-23009224AAF0}"/>
              </a:ext>
            </a:extLst>
          </p:cNvPr>
          <p:cNvSpPr/>
          <p:nvPr/>
        </p:nvSpPr>
        <p:spPr>
          <a:xfrm>
            <a:off x="1091326" y="3839908"/>
            <a:ext cx="1672181" cy="310158"/>
          </a:xfrm>
          <a:prstGeom prst="rect">
            <a:avLst/>
          </a:prstGeom>
          <a:noFill/>
          <a:ln/>
        </p:spPr>
        <p:txBody>
          <a:bodyPr wrap="none" lIns="0" tIns="0" rIns="0" bIns="0" rtlCol="0" anchor="t"/>
          <a:lstStyle/>
          <a:p>
            <a:pPr marL="0" indent="0" algn="l">
              <a:lnSpc>
                <a:spcPts val="2400"/>
              </a:lnSpc>
              <a:buNone/>
            </a:pPr>
            <a:r>
              <a:rPr lang="en-US" dirty="0">
                <a:solidFill>
                  <a:srgbClr val="404155"/>
                </a:solidFill>
                <a:latin typeface="Times New Roman" panose="02020603050405020304" pitchFamily="18" charset="0"/>
                <a:ea typeface="Corben" pitchFamily="34" charset="-122"/>
                <a:cs typeface="Times New Roman" panose="02020603050405020304" pitchFamily="18" charset="0"/>
              </a:rPr>
              <a:t>Xây Dựng Mô Hình</a:t>
            </a:r>
            <a:endParaRPr lang="en-US" dirty="0">
              <a:latin typeface="Times New Roman" panose="02020603050405020304" pitchFamily="18" charset="0"/>
              <a:cs typeface="Times New Roman" panose="02020603050405020304" pitchFamily="18" charset="0"/>
            </a:endParaRPr>
          </a:p>
        </p:txBody>
      </p:sp>
      <p:sp>
        <p:nvSpPr>
          <p:cNvPr id="17" name="Text 13">
            <a:extLst>
              <a:ext uri="{FF2B5EF4-FFF2-40B4-BE49-F238E27FC236}">
                <a16:creationId xmlns:a16="http://schemas.microsoft.com/office/drawing/2014/main" id="{761B5CF9-3D89-E045-8988-5EDE5A97B103}"/>
              </a:ext>
            </a:extLst>
          </p:cNvPr>
          <p:cNvSpPr/>
          <p:nvPr/>
        </p:nvSpPr>
        <p:spPr>
          <a:xfrm>
            <a:off x="1091326" y="4269129"/>
            <a:ext cx="4328717" cy="317540"/>
          </a:xfrm>
          <a:prstGeom prst="rect">
            <a:avLst/>
          </a:prstGeom>
          <a:noFill/>
          <a:ln/>
        </p:spPr>
        <p:txBody>
          <a:bodyPr wrap="none" lIns="0" tIns="0" rIns="0" bIns="0" rtlCol="0" anchor="t"/>
          <a:lstStyle/>
          <a:p>
            <a:pPr marL="0" indent="0" algn="l">
              <a:lnSpc>
                <a:spcPts val="250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Thiết kế hệ thống phân loại</a:t>
            </a:r>
            <a:endParaRPr lang="en-US" dirty="0">
              <a:latin typeface="Times New Roman" panose="02020603050405020304" pitchFamily="18" charset="0"/>
              <a:cs typeface="Times New Roman" panose="02020603050405020304" pitchFamily="18" charset="0"/>
            </a:endParaRPr>
          </a:p>
        </p:txBody>
      </p:sp>
      <p:sp>
        <p:nvSpPr>
          <p:cNvPr id="18" name="Text 14">
            <a:extLst>
              <a:ext uri="{FF2B5EF4-FFF2-40B4-BE49-F238E27FC236}">
                <a16:creationId xmlns:a16="http://schemas.microsoft.com/office/drawing/2014/main" id="{DB83C011-5E44-DCBB-A619-8C2C9EF036C0}"/>
              </a:ext>
            </a:extLst>
          </p:cNvPr>
          <p:cNvSpPr/>
          <p:nvPr/>
        </p:nvSpPr>
        <p:spPr>
          <a:xfrm>
            <a:off x="6771959" y="3268646"/>
            <a:ext cx="133697" cy="248007"/>
          </a:xfrm>
          <a:prstGeom prst="rect">
            <a:avLst/>
          </a:prstGeom>
          <a:noFill/>
          <a:ln/>
        </p:spPr>
        <p:txBody>
          <a:bodyPr wrap="none" lIns="0" tIns="0" rIns="0" bIns="0" rtlCol="0" anchor="t"/>
          <a:lstStyle/>
          <a:p>
            <a:pPr marL="0" indent="0" algn="l">
              <a:lnSpc>
                <a:spcPts val="2500"/>
              </a:lnSpc>
              <a:buNone/>
            </a:pPr>
            <a:r>
              <a:rPr lang="en-US" dirty="0">
                <a:solidFill>
                  <a:srgbClr val="404155"/>
                </a:solidFill>
                <a:latin typeface="Times New Roman" panose="02020603050405020304" pitchFamily="18" charset="0"/>
                <a:ea typeface="Corben Light" pitchFamily="34" charset="-122"/>
                <a:cs typeface="Times New Roman" panose="02020603050405020304" pitchFamily="18" charset="0"/>
              </a:rPr>
              <a:t>04</a:t>
            </a:r>
            <a:endParaRPr lang="en-US" dirty="0">
              <a:latin typeface="Times New Roman" panose="02020603050405020304" pitchFamily="18" charset="0"/>
              <a:cs typeface="Times New Roman" panose="02020603050405020304" pitchFamily="18" charset="0"/>
            </a:endParaRPr>
          </a:p>
        </p:txBody>
      </p:sp>
      <p:sp>
        <p:nvSpPr>
          <p:cNvPr id="19" name="Shape 15">
            <a:extLst>
              <a:ext uri="{FF2B5EF4-FFF2-40B4-BE49-F238E27FC236}">
                <a16:creationId xmlns:a16="http://schemas.microsoft.com/office/drawing/2014/main" id="{4F03FE02-4BDE-1223-2AA8-00BCC8E88CEB}"/>
              </a:ext>
            </a:extLst>
          </p:cNvPr>
          <p:cNvSpPr/>
          <p:nvPr/>
        </p:nvSpPr>
        <p:spPr>
          <a:xfrm>
            <a:off x="6771959" y="3582971"/>
            <a:ext cx="4328717" cy="22860"/>
          </a:xfrm>
          <a:prstGeom prst="rect">
            <a:avLst/>
          </a:prstGeom>
          <a:solidFill>
            <a:srgbClr val="4967E9"/>
          </a:solidFill>
          <a:ln/>
        </p:spPr>
      </p:sp>
      <p:sp>
        <p:nvSpPr>
          <p:cNvPr id="20" name="Text 16">
            <a:extLst>
              <a:ext uri="{FF2B5EF4-FFF2-40B4-BE49-F238E27FC236}">
                <a16:creationId xmlns:a16="http://schemas.microsoft.com/office/drawing/2014/main" id="{72F157A5-AAD3-3B40-BFFB-DAD553B07F5D}"/>
              </a:ext>
            </a:extLst>
          </p:cNvPr>
          <p:cNvSpPr/>
          <p:nvPr/>
        </p:nvSpPr>
        <p:spPr>
          <a:xfrm>
            <a:off x="6771959" y="3727870"/>
            <a:ext cx="1672181" cy="310158"/>
          </a:xfrm>
          <a:prstGeom prst="rect">
            <a:avLst/>
          </a:prstGeom>
          <a:noFill/>
          <a:ln/>
        </p:spPr>
        <p:txBody>
          <a:bodyPr wrap="none" lIns="0" tIns="0" rIns="0" bIns="0" rtlCol="0" anchor="t"/>
          <a:lstStyle/>
          <a:p>
            <a:pPr marL="0" indent="0" algn="l">
              <a:lnSpc>
                <a:spcPts val="2400"/>
              </a:lnSpc>
              <a:buNone/>
            </a:pPr>
            <a:r>
              <a:rPr lang="en-US" dirty="0">
                <a:solidFill>
                  <a:srgbClr val="404155"/>
                </a:solidFill>
                <a:latin typeface="Times New Roman" panose="02020603050405020304" pitchFamily="18" charset="0"/>
                <a:ea typeface="Corben" pitchFamily="34" charset="-122"/>
                <a:cs typeface="Times New Roman" panose="02020603050405020304" pitchFamily="18" charset="0"/>
              </a:rPr>
              <a:t>Đào Tạo</a:t>
            </a:r>
            <a:endParaRPr lang="en-US" dirty="0">
              <a:latin typeface="Times New Roman" panose="02020603050405020304" pitchFamily="18" charset="0"/>
              <a:cs typeface="Times New Roman" panose="02020603050405020304" pitchFamily="18" charset="0"/>
            </a:endParaRPr>
          </a:p>
        </p:txBody>
      </p:sp>
      <p:sp>
        <p:nvSpPr>
          <p:cNvPr id="21" name="Text 17">
            <a:extLst>
              <a:ext uri="{FF2B5EF4-FFF2-40B4-BE49-F238E27FC236}">
                <a16:creationId xmlns:a16="http://schemas.microsoft.com/office/drawing/2014/main" id="{1D30CA6C-3EC4-C304-878B-BEA0D90E5002}"/>
              </a:ext>
            </a:extLst>
          </p:cNvPr>
          <p:cNvSpPr/>
          <p:nvPr/>
        </p:nvSpPr>
        <p:spPr>
          <a:xfrm>
            <a:off x="6771959" y="4157091"/>
            <a:ext cx="4328717" cy="317540"/>
          </a:xfrm>
          <a:prstGeom prst="rect">
            <a:avLst/>
          </a:prstGeom>
          <a:noFill/>
          <a:ln/>
        </p:spPr>
        <p:txBody>
          <a:bodyPr wrap="none" lIns="0" tIns="0" rIns="0" bIns="0" rtlCol="0" anchor="t"/>
          <a:lstStyle/>
          <a:p>
            <a:pPr marL="0" indent="0" algn="l">
              <a:lnSpc>
                <a:spcPts val="250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Huấn luyện mô hình với dữ liệu</a:t>
            </a:r>
            <a:endParaRPr lang="en-US" dirty="0">
              <a:latin typeface="Times New Roman" panose="02020603050405020304" pitchFamily="18" charset="0"/>
              <a:cs typeface="Times New Roman" panose="02020603050405020304" pitchFamily="18" charset="0"/>
            </a:endParaRPr>
          </a:p>
        </p:txBody>
      </p:sp>
      <p:sp>
        <p:nvSpPr>
          <p:cNvPr id="22" name="Text 18">
            <a:extLst>
              <a:ext uri="{FF2B5EF4-FFF2-40B4-BE49-F238E27FC236}">
                <a16:creationId xmlns:a16="http://schemas.microsoft.com/office/drawing/2014/main" id="{373B9BDD-6E7B-5B16-B145-33963420DF7D}"/>
              </a:ext>
            </a:extLst>
          </p:cNvPr>
          <p:cNvSpPr/>
          <p:nvPr/>
        </p:nvSpPr>
        <p:spPr>
          <a:xfrm>
            <a:off x="1091326" y="4933855"/>
            <a:ext cx="133697" cy="248007"/>
          </a:xfrm>
          <a:prstGeom prst="rect">
            <a:avLst/>
          </a:prstGeom>
          <a:noFill/>
          <a:ln/>
        </p:spPr>
        <p:txBody>
          <a:bodyPr wrap="none" lIns="0" tIns="0" rIns="0" bIns="0" rtlCol="0" anchor="t"/>
          <a:lstStyle/>
          <a:p>
            <a:pPr marL="0" indent="0" algn="l">
              <a:lnSpc>
                <a:spcPts val="2500"/>
              </a:lnSpc>
              <a:buNone/>
            </a:pPr>
            <a:r>
              <a:rPr lang="en-US" dirty="0">
                <a:solidFill>
                  <a:srgbClr val="404155"/>
                </a:solidFill>
                <a:latin typeface="Times New Roman" panose="02020603050405020304" pitchFamily="18" charset="0"/>
                <a:ea typeface="Corben Light" pitchFamily="34" charset="-122"/>
                <a:cs typeface="Times New Roman" panose="02020603050405020304" pitchFamily="18" charset="0"/>
              </a:rPr>
              <a:t>05</a:t>
            </a:r>
            <a:endParaRPr lang="en-US" dirty="0">
              <a:latin typeface="Times New Roman" panose="02020603050405020304" pitchFamily="18" charset="0"/>
              <a:cs typeface="Times New Roman" panose="02020603050405020304" pitchFamily="18" charset="0"/>
            </a:endParaRPr>
          </a:p>
        </p:txBody>
      </p:sp>
      <p:sp>
        <p:nvSpPr>
          <p:cNvPr id="23" name="Shape 19">
            <a:extLst>
              <a:ext uri="{FF2B5EF4-FFF2-40B4-BE49-F238E27FC236}">
                <a16:creationId xmlns:a16="http://schemas.microsoft.com/office/drawing/2014/main" id="{119CBE4C-377D-DAF0-F6EA-E7C61E205193}"/>
              </a:ext>
            </a:extLst>
          </p:cNvPr>
          <p:cNvSpPr/>
          <p:nvPr/>
        </p:nvSpPr>
        <p:spPr>
          <a:xfrm>
            <a:off x="1091326" y="5248180"/>
            <a:ext cx="4328717" cy="22860"/>
          </a:xfrm>
          <a:prstGeom prst="rect">
            <a:avLst/>
          </a:prstGeom>
          <a:solidFill>
            <a:srgbClr val="4967E9"/>
          </a:solidFill>
          <a:ln/>
        </p:spPr>
      </p:sp>
      <p:sp>
        <p:nvSpPr>
          <p:cNvPr id="24" name="Text 20">
            <a:extLst>
              <a:ext uri="{FF2B5EF4-FFF2-40B4-BE49-F238E27FC236}">
                <a16:creationId xmlns:a16="http://schemas.microsoft.com/office/drawing/2014/main" id="{E0C283FF-69F3-4A68-4AA2-BE0F22574400}"/>
              </a:ext>
            </a:extLst>
          </p:cNvPr>
          <p:cNvSpPr/>
          <p:nvPr/>
        </p:nvSpPr>
        <p:spPr>
          <a:xfrm>
            <a:off x="1091326" y="5393079"/>
            <a:ext cx="1672181" cy="310158"/>
          </a:xfrm>
          <a:prstGeom prst="rect">
            <a:avLst/>
          </a:prstGeom>
          <a:noFill/>
          <a:ln/>
        </p:spPr>
        <p:txBody>
          <a:bodyPr wrap="none" lIns="0" tIns="0" rIns="0" bIns="0" rtlCol="0" anchor="t"/>
          <a:lstStyle/>
          <a:p>
            <a:pPr marL="0" indent="0" algn="l">
              <a:lnSpc>
                <a:spcPts val="2400"/>
              </a:lnSpc>
              <a:buNone/>
            </a:pPr>
            <a:r>
              <a:rPr lang="en-US" dirty="0">
                <a:solidFill>
                  <a:srgbClr val="404155"/>
                </a:solidFill>
                <a:latin typeface="Times New Roman" panose="02020603050405020304" pitchFamily="18" charset="0"/>
                <a:ea typeface="Corben" pitchFamily="34" charset="-122"/>
                <a:cs typeface="Times New Roman" panose="02020603050405020304" pitchFamily="18" charset="0"/>
              </a:rPr>
              <a:t>Đánh Giá</a:t>
            </a:r>
            <a:endParaRPr lang="en-US" dirty="0">
              <a:latin typeface="Times New Roman" panose="02020603050405020304" pitchFamily="18" charset="0"/>
              <a:cs typeface="Times New Roman" panose="02020603050405020304" pitchFamily="18" charset="0"/>
            </a:endParaRPr>
          </a:p>
        </p:txBody>
      </p:sp>
      <p:sp>
        <p:nvSpPr>
          <p:cNvPr id="25" name="Text 21">
            <a:extLst>
              <a:ext uri="{FF2B5EF4-FFF2-40B4-BE49-F238E27FC236}">
                <a16:creationId xmlns:a16="http://schemas.microsoft.com/office/drawing/2014/main" id="{CDA8B740-DAEC-4B56-7D40-9404578935C2}"/>
              </a:ext>
            </a:extLst>
          </p:cNvPr>
          <p:cNvSpPr/>
          <p:nvPr/>
        </p:nvSpPr>
        <p:spPr>
          <a:xfrm>
            <a:off x="1091326" y="5822299"/>
            <a:ext cx="4328717" cy="317540"/>
          </a:xfrm>
          <a:prstGeom prst="rect">
            <a:avLst/>
          </a:prstGeom>
          <a:noFill/>
          <a:ln/>
        </p:spPr>
        <p:txBody>
          <a:bodyPr wrap="none" lIns="0" tIns="0" rIns="0" bIns="0" rtlCol="0" anchor="t"/>
          <a:lstStyle/>
          <a:p>
            <a:pPr marL="0" indent="0" algn="l">
              <a:lnSpc>
                <a:spcPts val="250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Phân tích hiệu quả mô hình</a:t>
            </a:r>
            <a:endParaRPr lang="en-US" dirty="0">
              <a:latin typeface="Times New Roman" panose="02020603050405020304" pitchFamily="18" charset="0"/>
              <a:cs typeface="Times New Roman" panose="02020603050405020304" pitchFamily="18" charset="0"/>
            </a:endParaRPr>
          </a:p>
        </p:txBody>
      </p:sp>
      <p:sp>
        <p:nvSpPr>
          <p:cNvPr id="26" name="Text 22">
            <a:extLst>
              <a:ext uri="{FF2B5EF4-FFF2-40B4-BE49-F238E27FC236}">
                <a16:creationId xmlns:a16="http://schemas.microsoft.com/office/drawing/2014/main" id="{796B6E98-8EBF-A0CF-B6D2-9429710756D4}"/>
              </a:ext>
            </a:extLst>
          </p:cNvPr>
          <p:cNvSpPr/>
          <p:nvPr/>
        </p:nvSpPr>
        <p:spPr>
          <a:xfrm>
            <a:off x="6771959" y="4821817"/>
            <a:ext cx="133697" cy="248007"/>
          </a:xfrm>
          <a:prstGeom prst="rect">
            <a:avLst/>
          </a:prstGeom>
          <a:noFill/>
          <a:ln/>
        </p:spPr>
        <p:txBody>
          <a:bodyPr wrap="none" lIns="0" tIns="0" rIns="0" bIns="0" rtlCol="0" anchor="t"/>
          <a:lstStyle/>
          <a:p>
            <a:pPr marL="0" indent="0" algn="l">
              <a:lnSpc>
                <a:spcPts val="2500"/>
              </a:lnSpc>
              <a:buNone/>
            </a:pPr>
            <a:r>
              <a:rPr lang="en-US" dirty="0">
                <a:solidFill>
                  <a:srgbClr val="404155"/>
                </a:solidFill>
                <a:latin typeface="Times New Roman" panose="02020603050405020304" pitchFamily="18" charset="0"/>
                <a:ea typeface="Corben Light" pitchFamily="34" charset="-122"/>
                <a:cs typeface="Times New Roman" panose="02020603050405020304" pitchFamily="18" charset="0"/>
              </a:rPr>
              <a:t>06</a:t>
            </a:r>
            <a:endParaRPr lang="en-US" dirty="0">
              <a:latin typeface="Times New Roman" panose="02020603050405020304" pitchFamily="18" charset="0"/>
              <a:cs typeface="Times New Roman" panose="02020603050405020304" pitchFamily="18" charset="0"/>
            </a:endParaRPr>
          </a:p>
        </p:txBody>
      </p:sp>
      <p:sp>
        <p:nvSpPr>
          <p:cNvPr id="27" name="Shape 23">
            <a:extLst>
              <a:ext uri="{FF2B5EF4-FFF2-40B4-BE49-F238E27FC236}">
                <a16:creationId xmlns:a16="http://schemas.microsoft.com/office/drawing/2014/main" id="{765BE819-AF86-666A-8584-896F22CCF90B}"/>
              </a:ext>
            </a:extLst>
          </p:cNvPr>
          <p:cNvSpPr/>
          <p:nvPr/>
        </p:nvSpPr>
        <p:spPr>
          <a:xfrm>
            <a:off x="6771959" y="5136142"/>
            <a:ext cx="4328717" cy="22860"/>
          </a:xfrm>
          <a:prstGeom prst="rect">
            <a:avLst/>
          </a:prstGeom>
          <a:solidFill>
            <a:srgbClr val="4967E9"/>
          </a:solidFill>
          <a:ln/>
        </p:spPr>
      </p:sp>
      <p:sp>
        <p:nvSpPr>
          <p:cNvPr id="28" name="Text 24">
            <a:extLst>
              <a:ext uri="{FF2B5EF4-FFF2-40B4-BE49-F238E27FC236}">
                <a16:creationId xmlns:a16="http://schemas.microsoft.com/office/drawing/2014/main" id="{AFC5F761-FAFA-8CEF-B636-9E7E529F136C}"/>
              </a:ext>
            </a:extLst>
          </p:cNvPr>
          <p:cNvSpPr/>
          <p:nvPr/>
        </p:nvSpPr>
        <p:spPr>
          <a:xfrm>
            <a:off x="6771959" y="5281041"/>
            <a:ext cx="1672181" cy="310158"/>
          </a:xfrm>
          <a:prstGeom prst="rect">
            <a:avLst/>
          </a:prstGeom>
          <a:noFill/>
          <a:ln/>
        </p:spPr>
        <p:txBody>
          <a:bodyPr wrap="none" lIns="0" tIns="0" rIns="0" bIns="0" rtlCol="0" anchor="t"/>
          <a:lstStyle/>
          <a:p>
            <a:pPr marL="0" indent="0" algn="l">
              <a:lnSpc>
                <a:spcPts val="2400"/>
              </a:lnSpc>
              <a:buNone/>
            </a:pPr>
            <a:r>
              <a:rPr lang="en-US" dirty="0">
                <a:solidFill>
                  <a:srgbClr val="404155"/>
                </a:solidFill>
                <a:latin typeface="Times New Roman" panose="02020603050405020304" pitchFamily="18" charset="0"/>
                <a:ea typeface="Corben" pitchFamily="34" charset="-122"/>
                <a:cs typeface="Times New Roman" panose="02020603050405020304" pitchFamily="18" charset="0"/>
              </a:rPr>
              <a:t>Độ Chính Xác</a:t>
            </a:r>
            <a:endParaRPr lang="en-US" dirty="0">
              <a:latin typeface="Times New Roman" panose="02020603050405020304" pitchFamily="18" charset="0"/>
              <a:cs typeface="Times New Roman" panose="02020603050405020304" pitchFamily="18" charset="0"/>
            </a:endParaRPr>
          </a:p>
        </p:txBody>
      </p:sp>
      <p:sp>
        <p:nvSpPr>
          <p:cNvPr id="29" name="Text 25">
            <a:extLst>
              <a:ext uri="{FF2B5EF4-FFF2-40B4-BE49-F238E27FC236}">
                <a16:creationId xmlns:a16="http://schemas.microsoft.com/office/drawing/2014/main" id="{CD237933-428F-1ABB-6A70-8388B17AA8EE}"/>
              </a:ext>
            </a:extLst>
          </p:cNvPr>
          <p:cNvSpPr/>
          <p:nvPr/>
        </p:nvSpPr>
        <p:spPr>
          <a:xfrm>
            <a:off x="6771959" y="5710261"/>
            <a:ext cx="4328717" cy="317540"/>
          </a:xfrm>
          <a:prstGeom prst="rect">
            <a:avLst/>
          </a:prstGeom>
          <a:noFill/>
          <a:ln/>
        </p:spPr>
        <p:txBody>
          <a:bodyPr wrap="none" lIns="0" tIns="0" rIns="0" bIns="0" rtlCol="0" anchor="t"/>
          <a:lstStyle/>
          <a:p>
            <a:pPr marL="0" indent="0" algn="l">
              <a:lnSpc>
                <a:spcPts val="250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Phấn đấu đạt trên 80% độ chính xác</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178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6F29C4F-456F-BAF5-4075-586C77D7BE76}"/>
              </a:ext>
            </a:extLst>
          </p:cNvPr>
          <p:cNvSpPr txBox="1"/>
          <p:nvPr/>
        </p:nvSpPr>
        <p:spPr>
          <a:xfrm>
            <a:off x="1847461" y="704393"/>
            <a:ext cx="8901404" cy="1200329"/>
          </a:xfrm>
          <a:prstGeom prst="rect">
            <a:avLst/>
          </a:prstGeom>
          <a:noFill/>
        </p:spPr>
        <p:txBody>
          <a:bodyPr wrap="square" rtlCol="0">
            <a:spAutoFit/>
          </a:bodyPr>
          <a:lstStyle/>
          <a:p>
            <a:pPr algn="ctr"/>
            <a:r>
              <a:rPr lang="vi-VN" sz="3600" b="1" dirty="0">
                <a:latin typeface="Times New Roman" panose="02020603050405020304" pitchFamily="18" charset="0"/>
                <a:cs typeface="Times New Roman" panose="02020603050405020304" pitchFamily="18" charset="0"/>
              </a:rPr>
              <a:t>CHƯƠNG 2: CƠ SỞ LÝ THUYẾT VÀ CÁC NGHIÊN CỨU LIÊN QUAN</a:t>
            </a:r>
            <a:endParaRPr lang="en-US"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852D160-66BB-522B-648C-C5E8D6776D6A}"/>
              </a:ext>
            </a:extLst>
          </p:cNvPr>
          <p:cNvSpPr txBox="1"/>
          <p:nvPr/>
        </p:nvSpPr>
        <p:spPr>
          <a:xfrm>
            <a:off x="1408921" y="1933991"/>
            <a:ext cx="5784980" cy="400110"/>
          </a:xfrm>
          <a:prstGeom prst="rect">
            <a:avLst/>
          </a:prstGeom>
          <a:noFill/>
        </p:spPr>
        <p:txBody>
          <a:bodyPr wrap="square" rtlCol="0">
            <a:spAutoFit/>
          </a:bodyPr>
          <a:lstStyle/>
          <a:p>
            <a:r>
              <a:rPr lang="en-US" sz="2000" b="1" dirty="0"/>
              <a:t>Các </a:t>
            </a:r>
            <a:r>
              <a:rPr lang="en-US" sz="2000" b="1" dirty="0" err="1"/>
              <a:t>nghiên</a:t>
            </a:r>
            <a:r>
              <a:rPr lang="en-US" sz="2000" b="1" dirty="0"/>
              <a:t> </a:t>
            </a:r>
            <a:r>
              <a:rPr lang="en-US" sz="2000" b="1" dirty="0" err="1"/>
              <a:t>cứu</a:t>
            </a:r>
            <a:r>
              <a:rPr lang="en-US" sz="2000" b="1" dirty="0"/>
              <a:t> </a:t>
            </a:r>
            <a:r>
              <a:rPr lang="en-US" sz="2000" b="1" dirty="0" err="1"/>
              <a:t>liên</a:t>
            </a:r>
            <a:r>
              <a:rPr lang="en-US" sz="2000" b="1" dirty="0"/>
              <a:t> </a:t>
            </a:r>
            <a:r>
              <a:rPr lang="en-US" sz="2000" b="1" dirty="0" err="1"/>
              <a:t>quan</a:t>
            </a:r>
            <a:r>
              <a:rPr lang="en-US" sz="2000" b="1" dirty="0"/>
              <a:t> — </a:t>
            </a:r>
            <a:r>
              <a:rPr lang="en-US" sz="2000" b="1" dirty="0" err="1"/>
              <a:t>Tổng</a:t>
            </a:r>
            <a:r>
              <a:rPr lang="en-US" sz="2000" b="1" dirty="0"/>
              <a:t> </a:t>
            </a:r>
            <a:r>
              <a:rPr lang="en-US" sz="2000" b="1" dirty="0" err="1"/>
              <a:t>quan</a:t>
            </a:r>
            <a:endParaRPr lang="en-US" sz="2000" b="1" dirty="0"/>
          </a:p>
        </p:txBody>
      </p:sp>
      <p:sp>
        <p:nvSpPr>
          <p:cNvPr id="6" name="TextBox 5">
            <a:extLst>
              <a:ext uri="{FF2B5EF4-FFF2-40B4-BE49-F238E27FC236}">
                <a16:creationId xmlns:a16="http://schemas.microsoft.com/office/drawing/2014/main" id="{1858C8A8-D5FA-4972-1C80-77531A0CF7AA}"/>
              </a:ext>
            </a:extLst>
          </p:cNvPr>
          <p:cNvSpPr txBox="1"/>
          <p:nvPr/>
        </p:nvSpPr>
        <p:spPr>
          <a:xfrm>
            <a:off x="1408921" y="2212499"/>
            <a:ext cx="9787813" cy="3323987"/>
          </a:xfrm>
          <a:prstGeom prst="rect">
            <a:avLst/>
          </a:prstGeom>
          <a:noFill/>
        </p:spPr>
        <p:txBody>
          <a:bodyPr wrap="square" rtlCol="0">
            <a:spAutoFit/>
          </a:bodyPr>
          <a:lstStyle/>
          <a:p>
            <a:endParaRPr lang="vi-VN" dirty="0"/>
          </a:p>
          <a:p>
            <a:r>
              <a:rPr lang="vi-VN" dirty="0"/>
              <a:t>Phân loại hình ảnh là lĩnh vực đã phát triển mạnh với ứng dụng thực tế rộng: nhận diện khuôn mặt, nhận dạng phương tiện, phân loại động vật và tìm kiếm ảnh. Các nghiên cứu về chó — mèo triển khai nhiều phương pháp nhằm cân bằng giữa độ chính xác và chi phí tính toán.</a:t>
            </a:r>
          </a:p>
          <a:p>
            <a:endParaRPr lang="vi-VN" b="1" dirty="0"/>
          </a:p>
          <a:p>
            <a:r>
              <a:rPr lang="vi-VN" b="1" dirty="0"/>
              <a:t>SIFT &amp; HOG (thuật toán cổ điển)</a:t>
            </a:r>
          </a:p>
          <a:p>
            <a:r>
              <a:rPr lang="vi-VN" dirty="0"/>
              <a:t>Trích xuất đặc trưng thủ công như cạnh, góc, cấu trúc; tốt với dữ liệu có nhiễu thấp nhưng kém linh hoạt trước biến đổi hình ảnh.</a:t>
            </a:r>
          </a:p>
          <a:p>
            <a:endParaRPr lang="vi-VN" b="1" dirty="0"/>
          </a:p>
          <a:p>
            <a:r>
              <a:rPr lang="vi-VN" b="1" dirty="0"/>
              <a:t>Học máy truyền thống (SVM, KNN)</a:t>
            </a:r>
          </a:p>
          <a:p>
            <a:r>
              <a:rPr lang="vi-VN" dirty="0"/>
              <a:t>Dùng đặc trưng thủ công làm đầu vào; đơn giản, dễ triển khai nhưng khó mở rộng với dữ liệu lớn và đa dạng.</a:t>
            </a:r>
          </a:p>
          <a:p>
            <a:endParaRPr lang="vi-VN" b="1" dirty="0"/>
          </a:p>
          <a:p>
            <a:r>
              <a:rPr lang="vi-VN" b="1" dirty="0"/>
              <a:t>Mạng nơ‑ron tích chập (CNN)</a:t>
            </a:r>
          </a:p>
          <a:p>
            <a:r>
              <a:rPr lang="vi-VN" dirty="0"/>
              <a:t>Tự động học đặc trưng từ dữ liệu, đạt độ chính xác cao trên tập lớn; là tiêu chuẩn hiện hành cho phân loại ảnh.</a:t>
            </a:r>
          </a:p>
          <a:p>
            <a:endParaRPr lang="en-US" dirty="0"/>
          </a:p>
        </p:txBody>
      </p:sp>
    </p:spTree>
    <p:extLst>
      <p:ext uri="{BB962C8B-B14F-4D97-AF65-F5344CB8AC3E}">
        <p14:creationId xmlns:p14="http://schemas.microsoft.com/office/powerpoint/2010/main" val="3043889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20C82-04A0-72AE-5CF0-7EA3D3BAC4F2}"/>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6FF27979-D9D8-6F2E-3CE5-3751CED5D506}"/>
              </a:ext>
            </a:extLst>
          </p:cNvPr>
          <p:cNvSpPr/>
          <p:nvPr/>
        </p:nvSpPr>
        <p:spPr>
          <a:xfrm rot="2691659">
            <a:off x="10833095" y="4481138"/>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1802C07F-06B2-E8A6-7AAC-124E9B446EAF}"/>
              </a:ext>
            </a:extLst>
          </p:cNvPr>
          <p:cNvSpPr/>
          <p:nvPr/>
        </p:nvSpPr>
        <p:spPr>
          <a:xfrm rot="2691659">
            <a:off x="825973" y="-175390"/>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endParaRPr>
          </a:p>
        </p:txBody>
      </p:sp>
      <p:sp>
        <p:nvSpPr>
          <p:cNvPr id="6" name="TextBox 5">
            <a:extLst>
              <a:ext uri="{FF2B5EF4-FFF2-40B4-BE49-F238E27FC236}">
                <a16:creationId xmlns:a16="http://schemas.microsoft.com/office/drawing/2014/main" id="{13F71751-F360-5743-23B9-579EF6CED205}"/>
              </a:ext>
            </a:extLst>
          </p:cNvPr>
          <p:cNvSpPr txBox="1"/>
          <p:nvPr/>
        </p:nvSpPr>
        <p:spPr>
          <a:xfrm>
            <a:off x="1936547" y="786002"/>
            <a:ext cx="8070575" cy="477054"/>
          </a:xfrm>
          <a:prstGeom prst="rect">
            <a:avLst/>
          </a:prstGeom>
          <a:noFill/>
        </p:spPr>
        <p:txBody>
          <a:bodyPr wrap="square" rtlCol="0">
            <a:spAutoFit/>
          </a:bodyPr>
          <a:lstStyle/>
          <a:p>
            <a:r>
              <a:rPr lang="vi-VN" sz="2500" b="1" dirty="0"/>
              <a:t>Học máy &amp; Học sâu — Cơ chế hoạt động của CNN</a:t>
            </a:r>
          </a:p>
        </p:txBody>
      </p:sp>
      <p:sp>
        <p:nvSpPr>
          <p:cNvPr id="2" name="Text 1">
            <a:extLst>
              <a:ext uri="{FF2B5EF4-FFF2-40B4-BE49-F238E27FC236}">
                <a16:creationId xmlns:a16="http://schemas.microsoft.com/office/drawing/2014/main" id="{1B77B6A4-B534-12A0-B05A-8FE991455DDE}"/>
              </a:ext>
            </a:extLst>
          </p:cNvPr>
          <p:cNvSpPr/>
          <p:nvPr/>
        </p:nvSpPr>
        <p:spPr>
          <a:xfrm>
            <a:off x="1541863" y="1704217"/>
            <a:ext cx="9552235" cy="952619"/>
          </a:xfrm>
          <a:prstGeom prst="rect">
            <a:avLst/>
          </a:prstGeom>
          <a:noFill/>
          <a:ln/>
        </p:spPr>
        <p:txBody>
          <a:bodyPr wrap="square" lIns="0" tIns="0" rIns="0" bIns="0" rtlCol="0" anchor="t"/>
          <a:lstStyle/>
          <a:p>
            <a:pPr marL="0" indent="0" algn="l">
              <a:lnSpc>
                <a:spcPct val="150000"/>
              </a:lnSpc>
              <a:buNone/>
            </a:pPr>
            <a:r>
              <a:rPr lang="vi-VN"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CNN là mô hình học sâu được thiết kế đặc biệt để xử lý dữ liệu dạng lưới như hình ảnh. Mô hình có khả năng tự động học các đặc trưng quan trọng từ dữ liệu thông qua nhiều lớp xử lý khác nhau.</a:t>
            </a:r>
            <a:endParaRPr lang="en-US" dirty="0">
              <a:latin typeface="Times New Roman" panose="02020603050405020304" pitchFamily="18" charset="0"/>
              <a:cs typeface="Times New Roman" panose="02020603050405020304" pitchFamily="18" charset="0"/>
            </a:endParaRPr>
          </a:p>
        </p:txBody>
      </p:sp>
      <p:pic>
        <p:nvPicPr>
          <p:cNvPr id="4" name="Image 1" descr="preencoded.png">
            <a:extLst>
              <a:ext uri="{FF2B5EF4-FFF2-40B4-BE49-F238E27FC236}">
                <a16:creationId xmlns:a16="http://schemas.microsoft.com/office/drawing/2014/main" id="{1E4932B4-AC79-02D6-2783-252EC6496366}"/>
              </a:ext>
            </a:extLst>
          </p:cNvPr>
          <p:cNvPicPr>
            <a:picLocks noChangeAspect="1"/>
          </p:cNvPicPr>
          <p:nvPr/>
        </p:nvPicPr>
        <p:blipFill>
          <a:blip r:embed="rId2"/>
          <a:stretch>
            <a:fillRect/>
          </a:stretch>
        </p:blipFill>
        <p:spPr>
          <a:xfrm>
            <a:off x="1544159" y="2775898"/>
            <a:ext cx="992267" cy="1190744"/>
          </a:xfrm>
          <a:prstGeom prst="rect">
            <a:avLst/>
          </a:prstGeom>
        </p:spPr>
      </p:pic>
      <p:sp>
        <p:nvSpPr>
          <p:cNvPr id="7" name="Text 2">
            <a:extLst>
              <a:ext uri="{FF2B5EF4-FFF2-40B4-BE49-F238E27FC236}">
                <a16:creationId xmlns:a16="http://schemas.microsoft.com/office/drawing/2014/main" id="{0C4DE9CD-C2CF-9AE1-7C03-A6636E97ABAA}"/>
              </a:ext>
            </a:extLst>
          </p:cNvPr>
          <p:cNvSpPr/>
          <p:nvPr/>
        </p:nvSpPr>
        <p:spPr>
          <a:xfrm>
            <a:off x="2734784" y="2974257"/>
            <a:ext cx="2480905" cy="310158"/>
          </a:xfrm>
          <a:prstGeom prst="rect">
            <a:avLst/>
          </a:prstGeom>
          <a:noFill/>
          <a:ln/>
        </p:spPr>
        <p:txBody>
          <a:bodyPr wrap="none" lIns="0" tIns="0" rIns="0" bIns="0" rtlCol="0" anchor="t"/>
          <a:lstStyle/>
          <a:p>
            <a:pPr marL="0" indent="0" algn="l">
              <a:lnSpc>
                <a:spcPct val="150000"/>
              </a:lnSpc>
              <a:buNone/>
            </a:pPr>
            <a:r>
              <a:rPr lang="en-US" dirty="0">
                <a:solidFill>
                  <a:srgbClr val="404155"/>
                </a:solidFill>
                <a:latin typeface="Times New Roman" panose="02020603050405020304" pitchFamily="18" charset="0"/>
                <a:ea typeface="Corben" pitchFamily="34" charset="-122"/>
                <a:cs typeface="Times New Roman" panose="02020603050405020304" pitchFamily="18" charset="0"/>
              </a:rPr>
              <a:t>Convolutional Layer</a:t>
            </a:r>
            <a:endParaRPr lang="en-US" dirty="0">
              <a:latin typeface="Times New Roman" panose="02020603050405020304" pitchFamily="18" charset="0"/>
              <a:cs typeface="Times New Roman" panose="02020603050405020304" pitchFamily="18" charset="0"/>
            </a:endParaRPr>
          </a:p>
        </p:txBody>
      </p:sp>
      <p:sp>
        <p:nvSpPr>
          <p:cNvPr id="8" name="Text 3">
            <a:extLst>
              <a:ext uri="{FF2B5EF4-FFF2-40B4-BE49-F238E27FC236}">
                <a16:creationId xmlns:a16="http://schemas.microsoft.com/office/drawing/2014/main" id="{1C3132BC-FA6F-43D6-DD55-09CEAC6D54DF}"/>
              </a:ext>
            </a:extLst>
          </p:cNvPr>
          <p:cNvSpPr/>
          <p:nvPr/>
        </p:nvSpPr>
        <p:spPr>
          <a:xfrm>
            <a:off x="2734784" y="3403477"/>
            <a:ext cx="6365796" cy="317540"/>
          </a:xfrm>
          <a:prstGeom prst="rect">
            <a:avLst/>
          </a:prstGeom>
          <a:noFill/>
          <a:ln/>
        </p:spPr>
        <p:txBody>
          <a:bodyPr wrap="none" lIns="0" tIns="0" rIns="0" bIns="0" rtlCol="0" anchor="t"/>
          <a:lstStyle/>
          <a:p>
            <a:pPr marL="0" indent="0" algn="l">
              <a:lnSpc>
                <a:spcPct val="15000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Trích xuất đặc trưng của ảnh</a:t>
            </a:r>
            <a:endParaRPr lang="en-US" dirty="0">
              <a:latin typeface="Times New Roman" panose="02020603050405020304" pitchFamily="18" charset="0"/>
              <a:cs typeface="Times New Roman" panose="02020603050405020304" pitchFamily="18" charset="0"/>
            </a:endParaRPr>
          </a:p>
        </p:txBody>
      </p:sp>
      <p:pic>
        <p:nvPicPr>
          <p:cNvPr id="9" name="Image 2" descr="preencoded.png">
            <a:extLst>
              <a:ext uri="{FF2B5EF4-FFF2-40B4-BE49-F238E27FC236}">
                <a16:creationId xmlns:a16="http://schemas.microsoft.com/office/drawing/2014/main" id="{414EBFE8-D438-5666-51F0-5258F778344C}"/>
              </a:ext>
            </a:extLst>
          </p:cNvPr>
          <p:cNvPicPr>
            <a:picLocks noChangeAspect="1"/>
          </p:cNvPicPr>
          <p:nvPr/>
        </p:nvPicPr>
        <p:blipFill>
          <a:blip r:embed="rId3"/>
          <a:stretch>
            <a:fillRect/>
          </a:stretch>
        </p:blipFill>
        <p:spPr>
          <a:xfrm>
            <a:off x="1544159" y="3966642"/>
            <a:ext cx="992267" cy="1190744"/>
          </a:xfrm>
          <a:prstGeom prst="rect">
            <a:avLst/>
          </a:prstGeom>
        </p:spPr>
      </p:pic>
      <p:sp>
        <p:nvSpPr>
          <p:cNvPr id="10" name="Text 4">
            <a:extLst>
              <a:ext uri="{FF2B5EF4-FFF2-40B4-BE49-F238E27FC236}">
                <a16:creationId xmlns:a16="http://schemas.microsoft.com/office/drawing/2014/main" id="{E973399A-6123-19F6-A162-113C7645460F}"/>
              </a:ext>
            </a:extLst>
          </p:cNvPr>
          <p:cNvSpPr/>
          <p:nvPr/>
        </p:nvSpPr>
        <p:spPr>
          <a:xfrm>
            <a:off x="2734784" y="4165001"/>
            <a:ext cx="2480905" cy="310158"/>
          </a:xfrm>
          <a:prstGeom prst="rect">
            <a:avLst/>
          </a:prstGeom>
          <a:noFill/>
          <a:ln/>
        </p:spPr>
        <p:txBody>
          <a:bodyPr wrap="none" lIns="0" tIns="0" rIns="0" bIns="0" rtlCol="0" anchor="t"/>
          <a:lstStyle/>
          <a:p>
            <a:pPr marL="0" indent="0" algn="l">
              <a:lnSpc>
                <a:spcPct val="150000"/>
              </a:lnSpc>
              <a:buNone/>
            </a:pPr>
            <a:r>
              <a:rPr lang="en-US" dirty="0">
                <a:solidFill>
                  <a:srgbClr val="404155"/>
                </a:solidFill>
                <a:latin typeface="Times New Roman" panose="02020603050405020304" pitchFamily="18" charset="0"/>
                <a:ea typeface="Corben" pitchFamily="34" charset="-122"/>
                <a:cs typeface="Times New Roman" panose="02020603050405020304" pitchFamily="18" charset="0"/>
              </a:rPr>
              <a:t>Activation Function</a:t>
            </a:r>
            <a:endParaRPr lang="en-US" dirty="0">
              <a:latin typeface="Times New Roman" panose="02020603050405020304" pitchFamily="18" charset="0"/>
              <a:cs typeface="Times New Roman" panose="02020603050405020304" pitchFamily="18" charset="0"/>
            </a:endParaRPr>
          </a:p>
        </p:txBody>
      </p:sp>
      <p:sp>
        <p:nvSpPr>
          <p:cNvPr id="11" name="Text 5">
            <a:extLst>
              <a:ext uri="{FF2B5EF4-FFF2-40B4-BE49-F238E27FC236}">
                <a16:creationId xmlns:a16="http://schemas.microsoft.com/office/drawing/2014/main" id="{21922F8C-EAAE-09E0-FE91-D601489FE474}"/>
              </a:ext>
            </a:extLst>
          </p:cNvPr>
          <p:cNvSpPr/>
          <p:nvPr/>
        </p:nvSpPr>
        <p:spPr>
          <a:xfrm>
            <a:off x="2734784" y="4594221"/>
            <a:ext cx="6365796" cy="317540"/>
          </a:xfrm>
          <a:prstGeom prst="rect">
            <a:avLst/>
          </a:prstGeom>
          <a:noFill/>
          <a:ln/>
        </p:spPr>
        <p:txBody>
          <a:bodyPr wrap="none" lIns="0" tIns="0" rIns="0" bIns="0" rtlCol="0" anchor="t"/>
          <a:lstStyle/>
          <a:p>
            <a:pPr marL="0" indent="0" algn="l">
              <a:lnSpc>
                <a:spcPct val="15000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Tạo tính phi tuyến</a:t>
            </a:r>
            <a:endParaRPr lang="en-US" dirty="0">
              <a:latin typeface="Times New Roman" panose="02020603050405020304" pitchFamily="18" charset="0"/>
              <a:cs typeface="Times New Roman" panose="02020603050405020304" pitchFamily="18" charset="0"/>
            </a:endParaRPr>
          </a:p>
        </p:txBody>
      </p:sp>
      <p:pic>
        <p:nvPicPr>
          <p:cNvPr id="12" name="Image 3" descr="preencoded.png">
            <a:extLst>
              <a:ext uri="{FF2B5EF4-FFF2-40B4-BE49-F238E27FC236}">
                <a16:creationId xmlns:a16="http://schemas.microsoft.com/office/drawing/2014/main" id="{7344874D-73AA-B10E-743D-851648A765A1}"/>
              </a:ext>
            </a:extLst>
          </p:cNvPr>
          <p:cNvPicPr>
            <a:picLocks noChangeAspect="1"/>
          </p:cNvPicPr>
          <p:nvPr/>
        </p:nvPicPr>
        <p:blipFill>
          <a:blip r:embed="rId4"/>
          <a:stretch>
            <a:fillRect/>
          </a:stretch>
        </p:blipFill>
        <p:spPr>
          <a:xfrm>
            <a:off x="6480179" y="2775898"/>
            <a:ext cx="992267" cy="1190744"/>
          </a:xfrm>
          <a:prstGeom prst="rect">
            <a:avLst/>
          </a:prstGeom>
        </p:spPr>
      </p:pic>
      <p:sp>
        <p:nvSpPr>
          <p:cNvPr id="13" name="Text 6">
            <a:extLst>
              <a:ext uri="{FF2B5EF4-FFF2-40B4-BE49-F238E27FC236}">
                <a16:creationId xmlns:a16="http://schemas.microsoft.com/office/drawing/2014/main" id="{16CB90DD-39DF-C873-EF8D-D1EE3D01E87A}"/>
              </a:ext>
            </a:extLst>
          </p:cNvPr>
          <p:cNvSpPr/>
          <p:nvPr/>
        </p:nvSpPr>
        <p:spPr>
          <a:xfrm>
            <a:off x="7670804" y="2974256"/>
            <a:ext cx="2480905" cy="310158"/>
          </a:xfrm>
          <a:prstGeom prst="rect">
            <a:avLst/>
          </a:prstGeom>
          <a:noFill/>
          <a:ln/>
        </p:spPr>
        <p:txBody>
          <a:bodyPr wrap="none" lIns="0" tIns="0" rIns="0" bIns="0" rtlCol="0" anchor="t"/>
          <a:lstStyle/>
          <a:p>
            <a:pPr marL="0" indent="0" algn="l">
              <a:lnSpc>
                <a:spcPct val="150000"/>
              </a:lnSpc>
              <a:buNone/>
            </a:pPr>
            <a:r>
              <a:rPr lang="en-US" dirty="0">
                <a:solidFill>
                  <a:srgbClr val="404155"/>
                </a:solidFill>
                <a:latin typeface="Times New Roman" panose="02020603050405020304" pitchFamily="18" charset="0"/>
                <a:ea typeface="Corben" pitchFamily="34" charset="-122"/>
                <a:cs typeface="Times New Roman" panose="02020603050405020304" pitchFamily="18" charset="0"/>
              </a:rPr>
              <a:t>Pooling Layer</a:t>
            </a:r>
            <a:endParaRPr lang="en-US" dirty="0">
              <a:latin typeface="Times New Roman" panose="02020603050405020304" pitchFamily="18" charset="0"/>
              <a:cs typeface="Times New Roman" panose="02020603050405020304" pitchFamily="18" charset="0"/>
            </a:endParaRPr>
          </a:p>
        </p:txBody>
      </p:sp>
      <p:sp>
        <p:nvSpPr>
          <p:cNvPr id="14" name="Text 7">
            <a:extLst>
              <a:ext uri="{FF2B5EF4-FFF2-40B4-BE49-F238E27FC236}">
                <a16:creationId xmlns:a16="http://schemas.microsoft.com/office/drawing/2014/main" id="{3F858B60-8EA3-50FD-EE95-3D69C8B543C1}"/>
              </a:ext>
            </a:extLst>
          </p:cNvPr>
          <p:cNvSpPr/>
          <p:nvPr/>
        </p:nvSpPr>
        <p:spPr>
          <a:xfrm>
            <a:off x="7670804" y="3403476"/>
            <a:ext cx="6365796" cy="317540"/>
          </a:xfrm>
          <a:prstGeom prst="rect">
            <a:avLst/>
          </a:prstGeom>
          <a:noFill/>
          <a:ln/>
        </p:spPr>
        <p:txBody>
          <a:bodyPr wrap="none" lIns="0" tIns="0" rIns="0" bIns="0" rtlCol="0" anchor="t"/>
          <a:lstStyle/>
          <a:p>
            <a:pPr marL="0" indent="0" algn="l">
              <a:lnSpc>
                <a:spcPct val="15000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Giảm kích thước dữ liệu</a:t>
            </a:r>
            <a:endParaRPr lang="en-US" dirty="0">
              <a:latin typeface="Times New Roman" panose="02020603050405020304" pitchFamily="18" charset="0"/>
              <a:cs typeface="Times New Roman" panose="02020603050405020304" pitchFamily="18" charset="0"/>
            </a:endParaRPr>
          </a:p>
        </p:txBody>
      </p:sp>
      <p:pic>
        <p:nvPicPr>
          <p:cNvPr id="15" name="Image 4" descr="preencoded.png">
            <a:extLst>
              <a:ext uri="{FF2B5EF4-FFF2-40B4-BE49-F238E27FC236}">
                <a16:creationId xmlns:a16="http://schemas.microsoft.com/office/drawing/2014/main" id="{40289E58-7D60-93EB-854B-77A28C8E7099}"/>
              </a:ext>
            </a:extLst>
          </p:cNvPr>
          <p:cNvPicPr>
            <a:picLocks noChangeAspect="1"/>
          </p:cNvPicPr>
          <p:nvPr/>
        </p:nvPicPr>
        <p:blipFill>
          <a:blip r:embed="rId5"/>
          <a:stretch>
            <a:fillRect/>
          </a:stretch>
        </p:blipFill>
        <p:spPr>
          <a:xfrm>
            <a:off x="6480179" y="3966642"/>
            <a:ext cx="992267" cy="1190744"/>
          </a:xfrm>
          <a:prstGeom prst="rect">
            <a:avLst/>
          </a:prstGeom>
        </p:spPr>
      </p:pic>
      <p:sp>
        <p:nvSpPr>
          <p:cNvPr id="16" name="Text 8">
            <a:extLst>
              <a:ext uri="{FF2B5EF4-FFF2-40B4-BE49-F238E27FC236}">
                <a16:creationId xmlns:a16="http://schemas.microsoft.com/office/drawing/2014/main" id="{D8D2EEE9-BE8B-D3C4-0E0F-0746577E7A4F}"/>
              </a:ext>
            </a:extLst>
          </p:cNvPr>
          <p:cNvSpPr/>
          <p:nvPr/>
        </p:nvSpPr>
        <p:spPr>
          <a:xfrm>
            <a:off x="7670804" y="4165000"/>
            <a:ext cx="2590562" cy="310158"/>
          </a:xfrm>
          <a:prstGeom prst="rect">
            <a:avLst/>
          </a:prstGeom>
          <a:noFill/>
          <a:ln/>
        </p:spPr>
        <p:txBody>
          <a:bodyPr wrap="none" lIns="0" tIns="0" rIns="0" bIns="0" rtlCol="0" anchor="t"/>
          <a:lstStyle/>
          <a:p>
            <a:pPr marL="0" indent="0" algn="l">
              <a:lnSpc>
                <a:spcPct val="150000"/>
              </a:lnSpc>
              <a:buNone/>
            </a:pPr>
            <a:r>
              <a:rPr lang="en-US" dirty="0">
                <a:solidFill>
                  <a:srgbClr val="404155"/>
                </a:solidFill>
                <a:latin typeface="Times New Roman" panose="02020603050405020304" pitchFamily="18" charset="0"/>
                <a:ea typeface="Corben" pitchFamily="34" charset="-122"/>
                <a:cs typeface="Times New Roman" panose="02020603050405020304" pitchFamily="18" charset="0"/>
              </a:rPr>
              <a:t>Fully Connected Layer</a:t>
            </a:r>
            <a:endParaRPr lang="en-US" dirty="0">
              <a:latin typeface="Times New Roman" panose="02020603050405020304" pitchFamily="18" charset="0"/>
              <a:cs typeface="Times New Roman" panose="02020603050405020304" pitchFamily="18" charset="0"/>
            </a:endParaRPr>
          </a:p>
        </p:txBody>
      </p:sp>
      <p:sp>
        <p:nvSpPr>
          <p:cNvPr id="17" name="Text 9">
            <a:extLst>
              <a:ext uri="{FF2B5EF4-FFF2-40B4-BE49-F238E27FC236}">
                <a16:creationId xmlns:a16="http://schemas.microsoft.com/office/drawing/2014/main" id="{74588AE0-0119-D4D9-9E9A-E173A8123188}"/>
              </a:ext>
            </a:extLst>
          </p:cNvPr>
          <p:cNvSpPr/>
          <p:nvPr/>
        </p:nvSpPr>
        <p:spPr>
          <a:xfrm>
            <a:off x="7670804" y="4594220"/>
            <a:ext cx="6365796" cy="317540"/>
          </a:xfrm>
          <a:prstGeom prst="rect">
            <a:avLst/>
          </a:prstGeom>
          <a:noFill/>
          <a:ln/>
        </p:spPr>
        <p:txBody>
          <a:bodyPr wrap="none" lIns="0" tIns="0" rIns="0" bIns="0" rtlCol="0" anchor="t"/>
          <a:lstStyle/>
          <a:p>
            <a:pPr marL="0" indent="0" algn="l">
              <a:lnSpc>
                <a:spcPct val="15000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Thực hiện phân loại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5526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4EBAD-25B9-F3AB-476E-CD51884F0B3E}"/>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D5055479-3F31-7A2C-9357-B8C02CF08F26}"/>
              </a:ext>
            </a:extLst>
          </p:cNvPr>
          <p:cNvSpPr/>
          <p:nvPr/>
        </p:nvSpPr>
        <p:spPr>
          <a:xfrm rot="2691659">
            <a:off x="10833095" y="4481137"/>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2C375267-BF10-B585-2514-FFA2247213DA}"/>
              </a:ext>
            </a:extLst>
          </p:cNvPr>
          <p:cNvSpPr/>
          <p:nvPr/>
        </p:nvSpPr>
        <p:spPr>
          <a:xfrm rot="2691659">
            <a:off x="825973" y="-169534"/>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endParaRPr>
          </a:p>
        </p:txBody>
      </p:sp>
      <p:sp>
        <p:nvSpPr>
          <p:cNvPr id="9" name="TextBox 8">
            <a:extLst>
              <a:ext uri="{FF2B5EF4-FFF2-40B4-BE49-F238E27FC236}">
                <a16:creationId xmlns:a16="http://schemas.microsoft.com/office/drawing/2014/main" id="{BEF9D767-F5A9-F763-AD8F-985512B91D26}"/>
              </a:ext>
            </a:extLst>
          </p:cNvPr>
          <p:cNvSpPr txBox="1"/>
          <p:nvPr/>
        </p:nvSpPr>
        <p:spPr>
          <a:xfrm>
            <a:off x="1525555" y="2178483"/>
            <a:ext cx="8616821" cy="2246769"/>
          </a:xfrm>
          <a:prstGeom prst="rect">
            <a:avLst/>
          </a:prstGeom>
          <a:noFill/>
        </p:spPr>
        <p:txBody>
          <a:bodyPr wrap="square">
            <a:spAutoFit/>
          </a:bodyPr>
          <a:lstStyle/>
          <a:p>
            <a:pPr>
              <a:buNone/>
            </a:pPr>
            <a:r>
              <a:rPr lang="vi-VN" dirty="0"/>
              <a:t>Hệ thống sử dụng CNN kết hợp với hàm phân loại Sigmoid/Softmax. Một số điểm thiết kế quan trọng:</a:t>
            </a:r>
          </a:p>
          <a:p>
            <a:pPr>
              <a:buNone/>
            </a:pPr>
            <a:endParaRPr lang="vi-VN" dirty="0"/>
          </a:p>
          <a:p>
            <a:pPr>
              <a:buFont typeface="Arial" panose="020B0604020202020204" pitchFamily="34" charset="0"/>
              <a:buChar char="•"/>
            </a:pPr>
            <a:r>
              <a:rPr lang="vi-VN" dirty="0"/>
              <a:t> Kiến trúc cơ bản: các lớp Conv → ReLU → Pooling lặp lại, kết thúc bằng Dense + Dropout.</a:t>
            </a:r>
          </a:p>
          <a:p>
            <a:pPr>
              <a:buFont typeface="Arial" panose="020B0604020202020204" pitchFamily="34" charset="0"/>
              <a:buChar char="•"/>
            </a:pPr>
            <a:endParaRPr lang="vi-VN" dirty="0"/>
          </a:p>
          <a:p>
            <a:pPr>
              <a:buFont typeface="Arial" panose="020B0604020202020204" pitchFamily="34" charset="0"/>
              <a:buChar char="•"/>
            </a:pPr>
            <a:r>
              <a:rPr lang="vi-VN" dirty="0"/>
              <a:t> Lựa chọn hàm mất mát: Binary Crossentropy (Sigmoid) hoặc Categorical Crossentropy (Softmax) tuỳ cấu trúc output.</a:t>
            </a:r>
          </a:p>
          <a:p>
            <a:pPr>
              <a:buFont typeface="Arial" panose="020B0604020202020204" pitchFamily="34" charset="0"/>
              <a:buChar char="•"/>
            </a:pPr>
            <a:endParaRPr lang="vi-VN" dirty="0"/>
          </a:p>
          <a:p>
            <a:pPr>
              <a:buFont typeface="Arial" panose="020B0604020202020204" pitchFamily="34" charset="0"/>
              <a:buChar char="•"/>
            </a:pPr>
            <a:r>
              <a:rPr lang="vi-VN" dirty="0"/>
              <a:t> Chiến lược tối ưu hoá: Adam/SGD với điều chỉnh learning rate và early stopping để tránh overfitting.</a:t>
            </a:r>
          </a:p>
          <a:p>
            <a:pPr>
              <a:buFont typeface="Arial" panose="020B0604020202020204" pitchFamily="34" charset="0"/>
              <a:buChar char="•"/>
            </a:pPr>
            <a:endParaRPr lang="vi-VN" dirty="0"/>
          </a:p>
          <a:p>
            <a:pPr>
              <a:buFont typeface="Arial" panose="020B0604020202020204" pitchFamily="34" charset="0"/>
              <a:buChar char="•"/>
            </a:pPr>
            <a:r>
              <a:rPr lang="vi-VN" dirty="0"/>
              <a:t> Đánh giá: accuracy, precision, recall, F1-score và ma trận nhầm lẫn trên tập kiểm thử.</a:t>
            </a:r>
          </a:p>
        </p:txBody>
      </p:sp>
      <p:sp>
        <p:nvSpPr>
          <p:cNvPr id="10" name="TextBox 9">
            <a:extLst>
              <a:ext uri="{FF2B5EF4-FFF2-40B4-BE49-F238E27FC236}">
                <a16:creationId xmlns:a16="http://schemas.microsoft.com/office/drawing/2014/main" id="{159381AF-F39F-C876-A335-A8E8383AC336}"/>
              </a:ext>
            </a:extLst>
          </p:cNvPr>
          <p:cNvSpPr txBox="1"/>
          <p:nvPr/>
        </p:nvSpPr>
        <p:spPr>
          <a:xfrm>
            <a:off x="1525555" y="1111408"/>
            <a:ext cx="9665737" cy="646331"/>
          </a:xfrm>
          <a:prstGeom prst="rect">
            <a:avLst/>
          </a:prstGeom>
          <a:noFill/>
        </p:spPr>
        <p:txBody>
          <a:bodyPr wrap="square" rtlCol="0">
            <a:spAutoFit/>
          </a:bodyPr>
          <a:lstStyle/>
          <a:p>
            <a:pPr lvl="0"/>
            <a:r>
              <a:rPr lang="vi-VN" sz="3600" b="1" dirty="0"/>
              <a:t>Thuật toán chính sử dụng trong hệ thống</a:t>
            </a:r>
            <a:endParaRPr lang="en-US" sz="3600" dirty="0"/>
          </a:p>
        </p:txBody>
      </p:sp>
    </p:spTree>
    <p:extLst>
      <p:ext uri="{BB962C8B-B14F-4D97-AF65-F5344CB8AC3E}">
        <p14:creationId xmlns:p14="http://schemas.microsoft.com/office/powerpoint/2010/main" val="41358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9D83E-17B8-D01C-8C13-F986D2AF1CC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B840CE3-539E-5930-8FA7-13EDCA71CB21}"/>
              </a:ext>
            </a:extLst>
          </p:cNvPr>
          <p:cNvSpPr txBox="1"/>
          <p:nvPr/>
        </p:nvSpPr>
        <p:spPr>
          <a:xfrm>
            <a:off x="1178766" y="1380997"/>
            <a:ext cx="9834466" cy="523220"/>
          </a:xfrm>
          <a:prstGeom prst="rect">
            <a:avLst/>
          </a:prstGeom>
          <a:noFill/>
        </p:spPr>
        <p:txBody>
          <a:bodyPr wrap="square">
            <a:spAutoFit/>
          </a:bodyPr>
          <a:lstStyle/>
          <a:p>
            <a:r>
              <a:rPr lang="vi-VN" dirty="0"/>
              <a:t>        Tổng quan về dữ liệu, quy trình tiền xử lý, kiến trúc mô hình và chật huấn luyện dùng cho bài toán phân loại 10 giống chó &amp; mèo. Thông tin trình bày dành cho sinh viên &amp; nghiên cứu sinh ngành học máy, thị giác máy và xử lý ảnh.</a:t>
            </a:r>
          </a:p>
        </p:txBody>
      </p:sp>
      <p:sp>
        <p:nvSpPr>
          <p:cNvPr id="9" name="TextBox 8">
            <a:extLst>
              <a:ext uri="{FF2B5EF4-FFF2-40B4-BE49-F238E27FC236}">
                <a16:creationId xmlns:a16="http://schemas.microsoft.com/office/drawing/2014/main" id="{D856C6D2-1C1B-1E11-96D0-4EB3DCD7A359}"/>
              </a:ext>
            </a:extLst>
          </p:cNvPr>
          <p:cNvSpPr txBox="1"/>
          <p:nvPr/>
        </p:nvSpPr>
        <p:spPr>
          <a:xfrm>
            <a:off x="2536371" y="690532"/>
            <a:ext cx="7119257" cy="477054"/>
          </a:xfrm>
          <a:prstGeom prst="rect">
            <a:avLst/>
          </a:prstGeom>
          <a:noFill/>
        </p:spPr>
        <p:txBody>
          <a:bodyPr wrap="square">
            <a:spAutoFit/>
          </a:bodyPr>
          <a:lstStyle/>
          <a:p>
            <a:r>
              <a:rPr lang="vi-VN" sz="2500" b="1" dirty="0">
                <a:latin typeface="Times New Roman" panose="02020603050405020304" pitchFamily="18" charset="0"/>
                <a:cs typeface="Times New Roman" panose="02020603050405020304" pitchFamily="18" charset="0"/>
              </a:rPr>
              <a:t>CHƯƠNG 3</a:t>
            </a:r>
            <a:r>
              <a:rPr lang="vi-VN" sz="2500" b="1">
                <a:latin typeface="Times New Roman" panose="02020603050405020304" pitchFamily="18" charset="0"/>
                <a:cs typeface="Times New Roman" panose="02020603050405020304" pitchFamily="18" charset="0"/>
              </a:rPr>
              <a:t>: PHƯƠNG PHÁP THỰC NGHIỆM</a:t>
            </a:r>
            <a:endParaRPr lang="vi-VN" sz="25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F5D30F5-1490-434F-3DA9-2B38AEE4A2D1}"/>
              </a:ext>
            </a:extLst>
          </p:cNvPr>
          <p:cNvSpPr txBox="1"/>
          <p:nvPr/>
        </p:nvSpPr>
        <p:spPr>
          <a:xfrm>
            <a:off x="1178766" y="2117628"/>
            <a:ext cx="3925079" cy="3323987"/>
          </a:xfrm>
          <a:prstGeom prst="rect">
            <a:avLst/>
          </a:prstGeom>
          <a:noFill/>
        </p:spPr>
        <p:txBody>
          <a:bodyPr wrap="square">
            <a:spAutoFit/>
          </a:bodyPr>
          <a:lstStyle/>
          <a:p>
            <a:pPr>
              <a:buNone/>
            </a:pPr>
            <a:r>
              <a:rPr lang="vi-VN" dirty="0"/>
              <a:t>1. </a:t>
            </a:r>
            <a:r>
              <a:rPr lang="en-US" dirty="0"/>
              <a:t>Chihuahua (</a:t>
            </a:r>
            <a:r>
              <a:rPr lang="en-US" dirty="0" err="1"/>
              <a:t>chó</a:t>
            </a:r>
            <a:r>
              <a:rPr lang="en-US" dirty="0"/>
              <a:t>)</a:t>
            </a:r>
          </a:p>
          <a:p>
            <a:pPr>
              <a:buNone/>
            </a:pPr>
            <a:r>
              <a:rPr lang="vi-VN" dirty="0"/>
              <a:t>2. </a:t>
            </a:r>
            <a:r>
              <a:rPr lang="en-US" dirty="0"/>
              <a:t>American Bulldog (</a:t>
            </a:r>
            <a:r>
              <a:rPr lang="en-US" dirty="0" err="1"/>
              <a:t>chó</a:t>
            </a:r>
            <a:r>
              <a:rPr lang="en-US" dirty="0"/>
              <a:t>)</a:t>
            </a:r>
          </a:p>
          <a:p>
            <a:pPr>
              <a:buNone/>
            </a:pPr>
            <a:r>
              <a:rPr lang="vi-VN" dirty="0"/>
              <a:t>3. </a:t>
            </a:r>
            <a:r>
              <a:rPr lang="en-US" dirty="0"/>
              <a:t>Beagle (</a:t>
            </a:r>
            <a:r>
              <a:rPr lang="en-US" dirty="0" err="1"/>
              <a:t>chó</a:t>
            </a:r>
            <a:r>
              <a:rPr lang="en-US" dirty="0"/>
              <a:t>)</a:t>
            </a:r>
          </a:p>
          <a:p>
            <a:pPr>
              <a:buNone/>
            </a:pPr>
            <a:r>
              <a:rPr lang="vi-VN" dirty="0"/>
              <a:t>4. </a:t>
            </a:r>
            <a:r>
              <a:rPr lang="en-US" dirty="0"/>
              <a:t>Shiba Inu (</a:t>
            </a:r>
            <a:r>
              <a:rPr lang="en-US" dirty="0" err="1"/>
              <a:t>chó</a:t>
            </a:r>
            <a:r>
              <a:rPr lang="en-US" dirty="0"/>
              <a:t>)</a:t>
            </a:r>
          </a:p>
          <a:p>
            <a:pPr>
              <a:buNone/>
            </a:pPr>
            <a:r>
              <a:rPr lang="vi-VN" dirty="0"/>
              <a:t>5. </a:t>
            </a:r>
            <a:r>
              <a:rPr lang="en-US" dirty="0"/>
              <a:t>Pug (</a:t>
            </a:r>
            <a:r>
              <a:rPr lang="en-US" dirty="0" err="1"/>
              <a:t>chó</a:t>
            </a:r>
            <a:r>
              <a:rPr lang="en-US" dirty="0"/>
              <a:t>)</a:t>
            </a:r>
          </a:p>
          <a:p>
            <a:pPr>
              <a:buNone/>
            </a:pPr>
            <a:r>
              <a:rPr lang="vi-VN" dirty="0"/>
              <a:t>6. </a:t>
            </a:r>
            <a:r>
              <a:rPr lang="en-US" dirty="0"/>
              <a:t>Persian (</a:t>
            </a:r>
            <a:r>
              <a:rPr lang="en-US" dirty="0" err="1"/>
              <a:t>mèo</a:t>
            </a:r>
            <a:r>
              <a:rPr lang="en-US" dirty="0"/>
              <a:t>)</a:t>
            </a:r>
          </a:p>
          <a:p>
            <a:pPr>
              <a:buNone/>
            </a:pPr>
            <a:r>
              <a:rPr lang="vi-VN" dirty="0"/>
              <a:t>7. </a:t>
            </a:r>
            <a:r>
              <a:rPr lang="en-US" dirty="0"/>
              <a:t>Maine Coon (</a:t>
            </a:r>
            <a:r>
              <a:rPr lang="en-US" dirty="0" err="1"/>
              <a:t>mèo</a:t>
            </a:r>
            <a:r>
              <a:rPr lang="en-US" dirty="0"/>
              <a:t>)</a:t>
            </a:r>
          </a:p>
          <a:p>
            <a:pPr>
              <a:buNone/>
            </a:pPr>
            <a:r>
              <a:rPr lang="vi-VN" dirty="0"/>
              <a:t>8. </a:t>
            </a:r>
            <a:r>
              <a:rPr lang="en-US" dirty="0"/>
              <a:t>Bengal (</a:t>
            </a:r>
            <a:r>
              <a:rPr lang="en-US" dirty="0" err="1"/>
              <a:t>mèo</a:t>
            </a:r>
            <a:r>
              <a:rPr lang="en-US" dirty="0"/>
              <a:t>)</a:t>
            </a:r>
          </a:p>
          <a:p>
            <a:pPr>
              <a:buNone/>
            </a:pPr>
            <a:r>
              <a:rPr lang="vi-VN" dirty="0"/>
              <a:t>9. </a:t>
            </a:r>
            <a:r>
              <a:rPr lang="en-US" dirty="0"/>
              <a:t>Siamese (</a:t>
            </a:r>
            <a:r>
              <a:rPr lang="en-US" dirty="0" err="1"/>
              <a:t>mèo</a:t>
            </a:r>
            <a:r>
              <a:rPr lang="en-US" dirty="0"/>
              <a:t>)</a:t>
            </a:r>
          </a:p>
          <a:p>
            <a:pPr>
              <a:buNone/>
            </a:pPr>
            <a:r>
              <a:rPr lang="vi-VN" dirty="0"/>
              <a:t>10. </a:t>
            </a:r>
            <a:r>
              <a:rPr lang="en-US" dirty="0"/>
              <a:t>British Shorthair (</a:t>
            </a:r>
            <a:r>
              <a:rPr lang="en-US" dirty="0" err="1"/>
              <a:t>mèo</a:t>
            </a:r>
            <a:r>
              <a:rPr lang="en-US" dirty="0"/>
              <a:t>)</a:t>
            </a:r>
          </a:p>
          <a:p>
            <a:pPr>
              <a:buNone/>
            </a:pPr>
            <a:endParaRPr lang="vi-VN" dirty="0"/>
          </a:p>
          <a:p>
            <a:pPr algn="just">
              <a:buNone/>
            </a:pPr>
            <a:r>
              <a:rPr lang="en-US" dirty="0" err="1"/>
              <a:t>Nguồn</a:t>
            </a:r>
            <a:r>
              <a:rPr lang="en-US" dirty="0"/>
              <a:t>: Oxford-IIIT Pet Dataset, </a:t>
            </a:r>
            <a:r>
              <a:rPr lang="en-US" dirty="0" err="1"/>
              <a:t>tải</a:t>
            </a:r>
            <a:r>
              <a:rPr lang="en-US" dirty="0"/>
              <a:t> qua TensorFlow Datasets. </a:t>
            </a:r>
            <a:r>
              <a:rPr lang="en-US" dirty="0" err="1"/>
              <a:t>Nhóm</a:t>
            </a:r>
            <a:r>
              <a:rPr lang="en-US" dirty="0"/>
              <a:t> </a:t>
            </a:r>
            <a:r>
              <a:rPr lang="en-US" dirty="0" err="1"/>
              <a:t>chọn</a:t>
            </a:r>
            <a:r>
              <a:rPr lang="en-US" dirty="0"/>
              <a:t> 10 </a:t>
            </a:r>
            <a:r>
              <a:rPr lang="en-US" dirty="0" err="1"/>
              <a:t>lớp</a:t>
            </a:r>
            <a:r>
              <a:rPr lang="en-US" dirty="0"/>
              <a:t> </a:t>
            </a:r>
            <a:r>
              <a:rPr lang="en-US" dirty="0" err="1"/>
              <a:t>tiêu</a:t>
            </a:r>
            <a:r>
              <a:rPr lang="en-US" dirty="0"/>
              <a:t> </a:t>
            </a:r>
            <a:r>
              <a:rPr lang="en-US" dirty="0" err="1"/>
              <a:t>biểu</a:t>
            </a:r>
            <a:r>
              <a:rPr lang="en-US" dirty="0"/>
              <a:t> (5 </a:t>
            </a:r>
            <a:r>
              <a:rPr lang="en-US" dirty="0" err="1"/>
              <a:t>chó</a:t>
            </a:r>
            <a:r>
              <a:rPr lang="en-US" dirty="0"/>
              <a:t>, 5 </a:t>
            </a:r>
            <a:r>
              <a:rPr lang="en-US" dirty="0" err="1"/>
              <a:t>mèo</a:t>
            </a:r>
            <a:r>
              <a:rPr lang="en-US" dirty="0"/>
              <a:t>) </a:t>
            </a:r>
            <a:r>
              <a:rPr lang="en-US" dirty="0" err="1"/>
              <a:t>để</a:t>
            </a:r>
            <a:r>
              <a:rPr lang="en-US" dirty="0"/>
              <a:t> </a:t>
            </a:r>
            <a:r>
              <a:rPr lang="en-US" dirty="0" err="1"/>
              <a:t>thiết</a:t>
            </a:r>
            <a:r>
              <a:rPr lang="en-US" dirty="0"/>
              <a:t> </a:t>
            </a:r>
            <a:r>
              <a:rPr lang="en-US" dirty="0" err="1"/>
              <a:t>kế</a:t>
            </a:r>
            <a:r>
              <a:rPr lang="en-US" dirty="0"/>
              <a:t> </a:t>
            </a:r>
            <a:r>
              <a:rPr lang="en-US" dirty="0" err="1"/>
              <a:t>và</a:t>
            </a:r>
            <a:r>
              <a:rPr lang="en-US" dirty="0"/>
              <a:t> </a:t>
            </a:r>
            <a:r>
              <a:rPr lang="en-US" dirty="0" err="1"/>
              <a:t>đánh</a:t>
            </a:r>
            <a:r>
              <a:rPr lang="en-US" dirty="0"/>
              <a:t> </a:t>
            </a:r>
            <a:r>
              <a:rPr lang="en-US" dirty="0" err="1"/>
              <a:t>giá</a:t>
            </a:r>
            <a:r>
              <a:rPr lang="en-US" dirty="0"/>
              <a:t> </a:t>
            </a:r>
            <a:r>
              <a:rPr lang="en-US" dirty="0" err="1"/>
              <a:t>mô</a:t>
            </a:r>
            <a:r>
              <a:rPr lang="en-US" dirty="0"/>
              <a:t> </a:t>
            </a:r>
            <a:r>
              <a:rPr lang="en-US" dirty="0" err="1"/>
              <a:t>hình</a:t>
            </a:r>
            <a:r>
              <a:rPr lang="en-US" dirty="0"/>
              <a:t> </a:t>
            </a:r>
            <a:r>
              <a:rPr lang="en-US" dirty="0" err="1"/>
              <a:t>phân</a:t>
            </a:r>
            <a:r>
              <a:rPr lang="en-US" dirty="0"/>
              <a:t> </a:t>
            </a:r>
            <a:r>
              <a:rPr lang="en-US" dirty="0" err="1"/>
              <a:t>loại</a:t>
            </a:r>
            <a:r>
              <a:rPr lang="en-US" dirty="0"/>
              <a:t> </a:t>
            </a:r>
            <a:r>
              <a:rPr lang="en-US" dirty="0" err="1"/>
              <a:t>đa</a:t>
            </a:r>
            <a:r>
              <a:rPr lang="en-US" dirty="0"/>
              <a:t> </a:t>
            </a:r>
            <a:r>
              <a:rPr lang="en-US" dirty="0" err="1"/>
              <a:t>lớp</a:t>
            </a:r>
            <a:r>
              <a:rPr lang="en-US" dirty="0"/>
              <a:t>.</a:t>
            </a:r>
          </a:p>
        </p:txBody>
      </p:sp>
      <p:sp>
        <p:nvSpPr>
          <p:cNvPr id="13" name="TextBox 12">
            <a:extLst>
              <a:ext uri="{FF2B5EF4-FFF2-40B4-BE49-F238E27FC236}">
                <a16:creationId xmlns:a16="http://schemas.microsoft.com/office/drawing/2014/main" id="{3D9EF4DC-953B-7E7C-67B4-8AC26FDF2B51}"/>
              </a:ext>
            </a:extLst>
          </p:cNvPr>
          <p:cNvSpPr txBox="1"/>
          <p:nvPr/>
        </p:nvSpPr>
        <p:spPr>
          <a:xfrm>
            <a:off x="6211078" y="2192191"/>
            <a:ext cx="3837991" cy="2246769"/>
          </a:xfrm>
          <a:prstGeom prst="rect">
            <a:avLst/>
          </a:prstGeom>
          <a:noFill/>
        </p:spPr>
        <p:txBody>
          <a:bodyPr wrap="square">
            <a:spAutoFit/>
          </a:bodyPr>
          <a:lstStyle/>
          <a:p>
            <a:pPr marL="285750" indent="-285750">
              <a:buFontTx/>
              <a:buChar char="-"/>
            </a:pPr>
            <a:r>
              <a:rPr lang="vi-VN" dirty="0"/>
              <a:t>Dataset gốc &gt; 7.000 ảnh; sau khi lọc chỉ giữ ảnh thuộc 10 giống đã chọn.</a:t>
            </a:r>
          </a:p>
          <a:p>
            <a:pPr marL="285750" indent="-285750">
              <a:buFontTx/>
              <a:buChar char="-"/>
            </a:pPr>
            <a:endParaRPr lang="vi-VN" dirty="0"/>
          </a:p>
          <a:p>
            <a:pPr marL="285750" indent="-285750">
              <a:buFontTx/>
              <a:buChar char="-"/>
            </a:pPr>
            <a:r>
              <a:rPr lang="vi-VN" dirty="0"/>
              <a:t>Ảnh có kích thước, điều kiện sáng và góc chụp đa dạng.</a:t>
            </a:r>
          </a:p>
          <a:p>
            <a:pPr marL="285750" indent="-285750">
              <a:buFontTx/>
              <a:buChar char="-"/>
            </a:pPr>
            <a:endParaRPr lang="vi-VN" dirty="0"/>
          </a:p>
          <a:p>
            <a:pPr marL="285750" indent="-285750">
              <a:buFontTx/>
              <a:buChar char="-"/>
            </a:pPr>
            <a:r>
              <a:rPr lang="vi-VN" dirty="0"/>
              <a:t>Tất cả ảnh được chuẩn hóa về kích thước đầu vào: 224 × 224 × 3 (suitable for MobileNetV2).</a:t>
            </a:r>
          </a:p>
          <a:p>
            <a:endParaRPr lang="vi-VN" dirty="0"/>
          </a:p>
        </p:txBody>
      </p:sp>
      <p:pic>
        <p:nvPicPr>
          <p:cNvPr id="5" name="Picture 4">
            <a:extLst>
              <a:ext uri="{FF2B5EF4-FFF2-40B4-BE49-F238E27FC236}">
                <a16:creationId xmlns:a16="http://schemas.microsoft.com/office/drawing/2014/main" id="{DDF5553F-1E6D-F83D-F110-85D7939C9BD5}"/>
              </a:ext>
            </a:extLst>
          </p:cNvPr>
          <p:cNvPicPr>
            <a:picLocks noChangeAspect="1"/>
          </p:cNvPicPr>
          <p:nvPr/>
        </p:nvPicPr>
        <p:blipFill>
          <a:blip r:embed="rId2"/>
          <a:stretch>
            <a:fillRect/>
          </a:stretch>
        </p:blipFill>
        <p:spPr>
          <a:xfrm>
            <a:off x="6095999" y="2117628"/>
            <a:ext cx="5293217" cy="3523210"/>
          </a:xfrm>
          <a:prstGeom prst="rect">
            <a:avLst/>
          </a:prstGeom>
        </p:spPr>
      </p:pic>
    </p:spTree>
    <p:extLst>
      <p:ext uri="{BB962C8B-B14F-4D97-AF65-F5344CB8AC3E}">
        <p14:creationId xmlns:p14="http://schemas.microsoft.com/office/powerpoint/2010/main" val="72129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F3A00BF-34EF-F996-C01C-4B3B5526683F}"/>
              </a:ext>
            </a:extLst>
          </p:cNvPr>
          <p:cNvSpPr txBox="1"/>
          <p:nvPr/>
        </p:nvSpPr>
        <p:spPr>
          <a:xfrm>
            <a:off x="2536371" y="690532"/>
            <a:ext cx="7119257" cy="477054"/>
          </a:xfrm>
          <a:prstGeom prst="rect">
            <a:avLst/>
          </a:prstGeom>
          <a:noFill/>
        </p:spPr>
        <p:txBody>
          <a:bodyPr wrap="square">
            <a:spAutoFit/>
          </a:bodyPr>
          <a:lstStyle/>
          <a:p>
            <a:r>
              <a:rPr lang="vi-VN" sz="2500" b="1" dirty="0">
                <a:latin typeface="Times New Roman" panose="02020603050405020304" pitchFamily="18" charset="0"/>
                <a:cs typeface="Times New Roman" panose="02020603050405020304" pitchFamily="18" charset="0"/>
              </a:rPr>
              <a:t>CHƯƠNG 3: PHƯƠNG PHÁP THỰC NGHIỆM</a:t>
            </a:r>
          </a:p>
        </p:txBody>
      </p:sp>
      <p:sp>
        <p:nvSpPr>
          <p:cNvPr id="13" name="TextBox 12">
            <a:extLst>
              <a:ext uri="{FF2B5EF4-FFF2-40B4-BE49-F238E27FC236}">
                <a16:creationId xmlns:a16="http://schemas.microsoft.com/office/drawing/2014/main" id="{D7F9215E-278C-DB96-C968-2F04268D4AF6}"/>
              </a:ext>
            </a:extLst>
          </p:cNvPr>
          <p:cNvSpPr txBox="1"/>
          <p:nvPr/>
        </p:nvSpPr>
        <p:spPr>
          <a:xfrm>
            <a:off x="7317276" y="2197893"/>
            <a:ext cx="3030408" cy="2462213"/>
          </a:xfrm>
          <a:prstGeom prst="rect">
            <a:avLst/>
          </a:prstGeom>
          <a:noFill/>
        </p:spPr>
        <p:txBody>
          <a:bodyPr wrap="square">
            <a:spAutoFit/>
          </a:bodyPr>
          <a:lstStyle/>
          <a:p>
            <a:pPr marL="285750" indent="-285750">
              <a:buFontTx/>
              <a:buChar char="-"/>
            </a:pPr>
            <a:r>
              <a:rPr lang="vi-VN" dirty="0"/>
              <a:t>Dataset gốc &gt; 7.000 ảnh; sau khi lọc chỉ giữ ảnh thuộc 10 giống đã chọn.</a:t>
            </a:r>
          </a:p>
          <a:p>
            <a:pPr marL="285750" indent="-285750">
              <a:buFontTx/>
              <a:buChar char="-"/>
            </a:pPr>
            <a:endParaRPr lang="vi-VN" dirty="0"/>
          </a:p>
          <a:p>
            <a:pPr marL="285750" indent="-285750">
              <a:buFontTx/>
              <a:buChar char="-"/>
            </a:pPr>
            <a:r>
              <a:rPr lang="vi-VN" dirty="0"/>
              <a:t>Ảnh có kích thước, điều kiện sáng và góc chụp đa dạng.</a:t>
            </a:r>
          </a:p>
          <a:p>
            <a:pPr marL="285750" indent="-285750">
              <a:buFontTx/>
              <a:buChar char="-"/>
            </a:pPr>
            <a:endParaRPr lang="vi-VN" dirty="0"/>
          </a:p>
          <a:p>
            <a:pPr marL="285750" indent="-285750">
              <a:buFontTx/>
              <a:buChar char="-"/>
            </a:pPr>
            <a:r>
              <a:rPr lang="vi-VN" dirty="0"/>
              <a:t>Tất cả ảnh được chuẩn hóa về kích thước đầu vào: 224 × 224 × 3 (suitable for MobileNetV2).</a:t>
            </a:r>
          </a:p>
          <a:p>
            <a:endParaRPr lang="vi-VN" dirty="0"/>
          </a:p>
        </p:txBody>
      </p:sp>
      <p:pic>
        <p:nvPicPr>
          <p:cNvPr id="2054" name="Picture 6">
            <a:extLst>
              <a:ext uri="{FF2B5EF4-FFF2-40B4-BE49-F238E27FC236}">
                <a16:creationId xmlns:a16="http://schemas.microsoft.com/office/drawing/2014/main" id="{6117E841-4745-A07B-1A5C-66834B32EE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541" y="1974335"/>
            <a:ext cx="5932194" cy="4193133"/>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B68921C9-87D9-7862-9EE7-F8FE303B9F51}"/>
              </a:ext>
            </a:extLst>
          </p:cNvPr>
          <p:cNvSpPr txBox="1"/>
          <p:nvPr/>
        </p:nvSpPr>
        <p:spPr>
          <a:xfrm>
            <a:off x="692541" y="1205685"/>
            <a:ext cx="6167534" cy="477054"/>
          </a:xfrm>
          <a:prstGeom prst="rect">
            <a:avLst/>
          </a:prstGeom>
          <a:noFill/>
        </p:spPr>
        <p:txBody>
          <a:bodyPr wrap="square">
            <a:spAutoFit/>
          </a:bodyPr>
          <a:lstStyle/>
          <a:p>
            <a:pPr>
              <a:buNone/>
            </a:pPr>
            <a:r>
              <a:rPr lang="vi-VN" sz="2500" b="1" dirty="0"/>
              <a:t>Kích thước &amp; đặc tính ảnh</a:t>
            </a:r>
          </a:p>
        </p:txBody>
      </p:sp>
    </p:spTree>
    <p:extLst>
      <p:ext uri="{BB962C8B-B14F-4D97-AF65-F5344CB8AC3E}">
        <p14:creationId xmlns:p14="http://schemas.microsoft.com/office/powerpoint/2010/main" val="2033243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5D9F85-46C5-B31F-6513-0ACAD449872E}"/>
              </a:ext>
            </a:extLst>
          </p:cNvPr>
          <p:cNvPicPr>
            <a:picLocks noChangeAspect="1"/>
          </p:cNvPicPr>
          <p:nvPr/>
        </p:nvPicPr>
        <p:blipFill>
          <a:blip r:embed="rId2"/>
          <a:stretch>
            <a:fillRect/>
          </a:stretch>
        </p:blipFill>
        <p:spPr>
          <a:xfrm>
            <a:off x="6419460" y="1902689"/>
            <a:ext cx="5421087" cy="4768699"/>
          </a:xfrm>
          <a:prstGeom prst="rect">
            <a:avLst/>
          </a:prstGeom>
        </p:spPr>
      </p:pic>
      <p:sp>
        <p:nvSpPr>
          <p:cNvPr id="7" name="TextBox 6">
            <a:extLst>
              <a:ext uri="{FF2B5EF4-FFF2-40B4-BE49-F238E27FC236}">
                <a16:creationId xmlns:a16="http://schemas.microsoft.com/office/drawing/2014/main" id="{FAB86359-B61E-1C5D-8217-6E6AE534313D}"/>
              </a:ext>
            </a:extLst>
          </p:cNvPr>
          <p:cNvSpPr txBox="1"/>
          <p:nvPr/>
        </p:nvSpPr>
        <p:spPr>
          <a:xfrm>
            <a:off x="811762" y="657875"/>
            <a:ext cx="6158204" cy="477054"/>
          </a:xfrm>
          <a:prstGeom prst="rect">
            <a:avLst/>
          </a:prstGeom>
          <a:noFill/>
        </p:spPr>
        <p:txBody>
          <a:bodyPr wrap="square">
            <a:spAutoFit/>
          </a:bodyPr>
          <a:lstStyle/>
          <a:p>
            <a:pPr>
              <a:buNone/>
            </a:pPr>
            <a:r>
              <a:rPr lang="en-US" sz="2500" b="1" dirty="0" err="1"/>
              <a:t>Phân</a:t>
            </a:r>
            <a:r>
              <a:rPr lang="en-US" sz="2500" b="1" dirty="0"/>
              <a:t> chia </a:t>
            </a:r>
            <a:r>
              <a:rPr lang="en-US" sz="2500" b="1" dirty="0" err="1"/>
              <a:t>dữ</a:t>
            </a:r>
            <a:r>
              <a:rPr lang="en-US" sz="2500" b="1" dirty="0"/>
              <a:t> </a:t>
            </a:r>
            <a:r>
              <a:rPr lang="en-US" sz="2500" b="1" dirty="0" err="1"/>
              <a:t>liệu</a:t>
            </a:r>
            <a:endParaRPr lang="en-US" sz="2500" b="1" dirty="0"/>
          </a:p>
        </p:txBody>
      </p:sp>
      <p:sp>
        <p:nvSpPr>
          <p:cNvPr id="9" name="TextBox 8">
            <a:extLst>
              <a:ext uri="{FF2B5EF4-FFF2-40B4-BE49-F238E27FC236}">
                <a16:creationId xmlns:a16="http://schemas.microsoft.com/office/drawing/2014/main" id="{EAC091CF-E5F7-938B-5C3D-E1543F81A83C}"/>
              </a:ext>
            </a:extLst>
          </p:cNvPr>
          <p:cNvSpPr txBox="1"/>
          <p:nvPr/>
        </p:nvSpPr>
        <p:spPr>
          <a:xfrm>
            <a:off x="653142" y="1531678"/>
            <a:ext cx="5442858" cy="2462213"/>
          </a:xfrm>
          <a:prstGeom prst="rect">
            <a:avLst/>
          </a:prstGeom>
          <a:noFill/>
        </p:spPr>
        <p:txBody>
          <a:bodyPr wrap="square">
            <a:spAutoFit/>
          </a:bodyPr>
          <a:lstStyle/>
          <a:p>
            <a:pPr marL="285750" indent="-285750" algn="just">
              <a:buFontTx/>
              <a:buChar char="-"/>
            </a:pPr>
            <a:r>
              <a:rPr lang="vi-VN" dirty="0"/>
              <a:t>Dữ liệu dùng trực tiếp phân chia sẵn từ TensorFlow Datasets: Training set và Test set.</a:t>
            </a:r>
          </a:p>
          <a:p>
            <a:pPr marL="285750" indent="-285750" algn="just">
              <a:buFontTx/>
              <a:buChar char="-"/>
            </a:pPr>
            <a:endParaRPr lang="vi-VN" dirty="0"/>
          </a:p>
          <a:p>
            <a:pPr marL="285750" indent="-285750" algn="just">
              <a:buFontTx/>
              <a:buChar char="-"/>
            </a:pPr>
            <a:r>
              <a:rPr lang="vi-VN" dirty="0"/>
              <a:t>Nhóm không tự chia 70/30; sử dụng phân chia mặc định.</a:t>
            </a:r>
          </a:p>
          <a:p>
            <a:pPr marL="285750" indent="-285750" algn="just">
              <a:buFontTx/>
              <a:buChar char="-"/>
            </a:pPr>
            <a:endParaRPr lang="vi-VN" dirty="0"/>
          </a:p>
          <a:p>
            <a:pPr marL="285750" indent="-285750" algn="just">
              <a:buFontTx/>
              <a:buChar char="-"/>
            </a:pPr>
            <a:r>
              <a:rPr lang="vi-VN" dirty="0"/>
              <a:t>Trong huấn luyện, tập Test được dùng làm Validation set (theo dõi accuracy sau mỗi epoch). </a:t>
            </a:r>
          </a:p>
          <a:p>
            <a:pPr marL="285750" indent="-285750" algn="just">
              <a:buFontTx/>
              <a:buChar char="-"/>
            </a:pPr>
            <a:endParaRPr lang="vi-VN" dirty="0"/>
          </a:p>
          <a:p>
            <a:pPr algn="just"/>
            <a:r>
              <a:rPr lang="vi-VN" dirty="0"/>
              <a:t>Lưu ý: dùng test làm validation đơn giản hoá quy trình nhưng có thể ảnh hưởng nhẹ đến độ khách quan khi đánh giá cuối cùng</a:t>
            </a:r>
          </a:p>
          <a:p>
            <a:pPr marL="285750" indent="-285750" algn="just">
              <a:buFontTx/>
              <a:buChar char="-"/>
            </a:pPr>
            <a:endParaRPr lang="vi-VN" dirty="0"/>
          </a:p>
        </p:txBody>
      </p:sp>
    </p:spTree>
    <p:extLst>
      <p:ext uri="{BB962C8B-B14F-4D97-AF65-F5344CB8AC3E}">
        <p14:creationId xmlns:p14="http://schemas.microsoft.com/office/powerpoint/2010/main" val="3545356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884F9CEE-408E-B3B3-2DBF-6DBF2DCEAE9C}"/>
              </a:ext>
            </a:extLst>
          </p:cNvPr>
          <p:cNvSpPr txBox="1"/>
          <p:nvPr/>
        </p:nvSpPr>
        <p:spPr>
          <a:xfrm>
            <a:off x="1847462" y="653210"/>
            <a:ext cx="8966718" cy="1200329"/>
          </a:xfrm>
          <a:prstGeom prst="rect">
            <a:avLst/>
          </a:prstGeom>
          <a:noFill/>
        </p:spPr>
        <p:txBody>
          <a:bodyPr wrap="square">
            <a:spAutoFit/>
          </a:bodyPr>
          <a:lstStyle/>
          <a:p>
            <a:r>
              <a:rPr lang="en-US" sz="3600" b="1" dirty="0" err="1"/>
              <a:t>Tiền</a:t>
            </a:r>
            <a:r>
              <a:rPr lang="en-US" sz="3600" b="1" dirty="0"/>
              <a:t> </a:t>
            </a:r>
            <a:r>
              <a:rPr lang="en-US" sz="3600" b="1" dirty="0" err="1"/>
              <a:t>xử</a:t>
            </a:r>
            <a:r>
              <a:rPr lang="en-US" sz="3600" b="1" dirty="0"/>
              <a:t> </a:t>
            </a:r>
            <a:r>
              <a:rPr lang="en-US" sz="3600" b="1" dirty="0" err="1"/>
              <a:t>lý</a:t>
            </a:r>
            <a:r>
              <a:rPr lang="en-US" sz="3600" b="1" dirty="0"/>
              <a:t> </a:t>
            </a:r>
            <a:r>
              <a:rPr lang="en-US" sz="3600" b="1" dirty="0" err="1"/>
              <a:t>dữ</a:t>
            </a:r>
            <a:r>
              <a:rPr lang="en-US" sz="3600" b="1" dirty="0"/>
              <a:t> </a:t>
            </a:r>
            <a:r>
              <a:rPr lang="en-US" sz="3600" b="1" dirty="0" err="1"/>
              <a:t>liệu</a:t>
            </a:r>
            <a:r>
              <a:rPr lang="vi-VN" sz="3600" b="1" dirty="0"/>
              <a:t> &amp; </a:t>
            </a:r>
            <a:r>
              <a:rPr lang="en-US" sz="3600" b="1" dirty="0" err="1"/>
              <a:t>chuẩn</a:t>
            </a:r>
            <a:r>
              <a:rPr lang="en-US" sz="3600" b="1" dirty="0"/>
              <a:t> </a:t>
            </a:r>
            <a:r>
              <a:rPr lang="en-US" sz="3600" b="1" dirty="0" err="1"/>
              <a:t>hóa</a:t>
            </a:r>
            <a:r>
              <a:rPr lang="en-US" sz="3600" b="1" dirty="0"/>
              <a:t> </a:t>
            </a:r>
            <a:r>
              <a:rPr lang="en-US" sz="3600" b="1" dirty="0" err="1"/>
              <a:t>ảnh</a:t>
            </a:r>
            <a:endParaRPr lang="en-US" sz="3600" b="1" dirty="0"/>
          </a:p>
          <a:p>
            <a:pPr>
              <a:buNone/>
            </a:pPr>
            <a:endParaRPr lang="en-US" sz="3600" b="1" dirty="0"/>
          </a:p>
        </p:txBody>
      </p:sp>
      <p:sp>
        <p:nvSpPr>
          <p:cNvPr id="19" name="Rectangle: Rounded Corners 18">
            <a:extLst>
              <a:ext uri="{FF2B5EF4-FFF2-40B4-BE49-F238E27FC236}">
                <a16:creationId xmlns:a16="http://schemas.microsoft.com/office/drawing/2014/main" id="{782630E2-965B-1049-99FD-557E86DF2BB3}"/>
              </a:ext>
            </a:extLst>
          </p:cNvPr>
          <p:cNvSpPr/>
          <p:nvPr/>
        </p:nvSpPr>
        <p:spPr>
          <a:xfrm>
            <a:off x="1278294" y="1730829"/>
            <a:ext cx="2463282" cy="3396342"/>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b="1"/>
              <a:t>Mục tiêu</a:t>
            </a:r>
          </a:p>
          <a:p>
            <a:endParaRPr lang="vi-VN" b="1"/>
          </a:p>
          <a:p>
            <a:pPr algn="ctr"/>
            <a:r>
              <a:rPr lang="vi-VN"/>
              <a:t>Chuẩn hoá, ánh xạ nhãn, và tăng cường nhằm ổn định huấn luyện và cải thiện tổng quát hóa.</a:t>
            </a:r>
            <a:endParaRPr lang="vi-VN" dirty="0"/>
          </a:p>
        </p:txBody>
      </p:sp>
      <p:sp>
        <p:nvSpPr>
          <p:cNvPr id="21" name="TextBox 20">
            <a:extLst>
              <a:ext uri="{FF2B5EF4-FFF2-40B4-BE49-F238E27FC236}">
                <a16:creationId xmlns:a16="http://schemas.microsoft.com/office/drawing/2014/main" id="{0078FCEC-71AE-F74E-180E-994B4ED28C45}"/>
              </a:ext>
            </a:extLst>
          </p:cNvPr>
          <p:cNvSpPr txBox="1"/>
          <p:nvPr/>
        </p:nvSpPr>
        <p:spPr>
          <a:xfrm>
            <a:off x="4310744" y="1651633"/>
            <a:ext cx="6158204" cy="4185761"/>
          </a:xfrm>
          <a:prstGeom prst="rect">
            <a:avLst/>
          </a:prstGeom>
          <a:noFill/>
        </p:spPr>
        <p:txBody>
          <a:bodyPr wrap="square">
            <a:spAutoFit/>
          </a:bodyPr>
          <a:lstStyle/>
          <a:p>
            <a:pPr marL="342900" indent="-342900">
              <a:buAutoNum type="arabicPeriod"/>
            </a:pPr>
            <a:r>
              <a:rPr lang="en-US" b="1" dirty="0" err="1"/>
              <a:t>Lọc</a:t>
            </a:r>
            <a:r>
              <a:rPr lang="en-US" b="1" dirty="0"/>
              <a:t> &amp; </a:t>
            </a:r>
            <a:r>
              <a:rPr lang="en-US" b="1" dirty="0" err="1"/>
              <a:t>ánh</a:t>
            </a:r>
            <a:r>
              <a:rPr lang="en-US" b="1" dirty="0"/>
              <a:t> </a:t>
            </a:r>
            <a:r>
              <a:rPr lang="en-US" b="1" dirty="0" err="1"/>
              <a:t>xạ</a:t>
            </a:r>
            <a:r>
              <a:rPr lang="en-US" b="1" dirty="0"/>
              <a:t> </a:t>
            </a:r>
            <a:r>
              <a:rPr lang="en-US" b="1" dirty="0" err="1"/>
              <a:t>nhãn</a:t>
            </a:r>
            <a:endParaRPr lang="en-US" b="1" dirty="0"/>
          </a:p>
          <a:p>
            <a:pPr marL="285750" indent="-285750">
              <a:buFontTx/>
              <a:buChar char="-"/>
            </a:pPr>
            <a:r>
              <a:rPr lang="en-US" dirty="0" err="1"/>
              <a:t>Giữ</a:t>
            </a:r>
            <a:r>
              <a:rPr lang="en-US" dirty="0"/>
              <a:t> 10 class; </a:t>
            </a:r>
            <a:r>
              <a:rPr lang="en-US" dirty="0" err="1"/>
              <a:t>ánh</a:t>
            </a:r>
            <a:r>
              <a:rPr lang="en-US" dirty="0"/>
              <a:t> </a:t>
            </a:r>
            <a:r>
              <a:rPr lang="en-US" dirty="0" err="1"/>
              <a:t>xạ</a:t>
            </a:r>
            <a:r>
              <a:rPr lang="en-US" dirty="0"/>
              <a:t> label </a:t>
            </a:r>
            <a:r>
              <a:rPr lang="en-US" dirty="0" err="1"/>
              <a:t>về</a:t>
            </a:r>
            <a:r>
              <a:rPr lang="en-US" dirty="0"/>
              <a:t> 0→9 </a:t>
            </a:r>
            <a:r>
              <a:rPr lang="en-US" dirty="0" err="1"/>
              <a:t>bằng</a:t>
            </a:r>
            <a:r>
              <a:rPr lang="en-US" dirty="0"/>
              <a:t> </a:t>
            </a:r>
            <a:r>
              <a:rPr lang="en-US" dirty="0" err="1"/>
              <a:t>label_lookup</a:t>
            </a:r>
            <a:r>
              <a:rPr lang="en-US" dirty="0"/>
              <a:t>; </a:t>
            </a:r>
            <a:r>
              <a:rPr lang="en-US" dirty="0" err="1"/>
              <a:t>dùng</a:t>
            </a:r>
            <a:r>
              <a:rPr lang="en-US" dirty="0"/>
              <a:t> filter() </a:t>
            </a:r>
            <a:r>
              <a:rPr lang="en-US" dirty="0" err="1"/>
              <a:t>để</a:t>
            </a:r>
            <a:r>
              <a:rPr lang="en-US" dirty="0"/>
              <a:t> </a:t>
            </a:r>
            <a:r>
              <a:rPr lang="en-US" dirty="0" err="1"/>
              <a:t>chọn</a:t>
            </a:r>
            <a:r>
              <a:rPr lang="en-US" dirty="0"/>
              <a:t> class </a:t>
            </a:r>
            <a:r>
              <a:rPr lang="en-US" dirty="0" err="1"/>
              <a:t>cần</a:t>
            </a:r>
            <a:r>
              <a:rPr lang="en-US" dirty="0"/>
              <a:t> </a:t>
            </a:r>
            <a:r>
              <a:rPr lang="en-US" dirty="0" err="1"/>
              <a:t>thiết</a:t>
            </a:r>
            <a:r>
              <a:rPr lang="en-US" dirty="0"/>
              <a:t>.</a:t>
            </a:r>
            <a:endParaRPr lang="vi-VN" dirty="0"/>
          </a:p>
          <a:p>
            <a:pPr marL="285750" indent="-285750">
              <a:buFontTx/>
              <a:buChar char="-"/>
            </a:pPr>
            <a:endParaRPr lang="en-US" dirty="0"/>
          </a:p>
          <a:p>
            <a:r>
              <a:rPr lang="en-US" b="1" dirty="0"/>
              <a:t>2. Resize &amp; </a:t>
            </a:r>
            <a:r>
              <a:rPr lang="en-US" b="1" dirty="0" err="1"/>
              <a:t>chuẩn</a:t>
            </a:r>
            <a:r>
              <a:rPr lang="en-US" b="1" dirty="0"/>
              <a:t> </a:t>
            </a:r>
            <a:r>
              <a:rPr lang="en-US" b="1" dirty="0" err="1"/>
              <a:t>hóa</a:t>
            </a:r>
            <a:endParaRPr lang="en-US" b="1" dirty="0"/>
          </a:p>
          <a:p>
            <a:pPr marL="285750" indent="-285750">
              <a:buFontTx/>
              <a:buChar char="-"/>
            </a:pPr>
            <a:r>
              <a:rPr lang="en-US" dirty="0"/>
              <a:t>Resize </a:t>
            </a:r>
            <a:r>
              <a:rPr lang="en-US" dirty="0" err="1"/>
              <a:t>về</a:t>
            </a:r>
            <a:r>
              <a:rPr lang="en-US" dirty="0"/>
              <a:t> 224×224; </a:t>
            </a:r>
            <a:r>
              <a:rPr lang="en-US" dirty="0" err="1"/>
              <a:t>chuẩn</a:t>
            </a:r>
            <a:r>
              <a:rPr lang="en-US" dirty="0"/>
              <a:t> </a:t>
            </a:r>
            <a:r>
              <a:rPr lang="en-US" dirty="0" err="1"/>
              <a:t>hóa</a:t>
            </a:r>
            <a:r>
              <a:rPr lang="en-US" dirty="0"/>
              <a:t> </a:t>
            </a:r>
            <a:r>
              <a:rPr lang="en-US" dirty="0" err="1"/>
              <a:t>giá</a:t>
            </a:r>
            <a:r>
              <a:rPr lang="en-US" dirty="0"/>
              <a:t> </a:t>
            </a:r>
            <a:r>
              <a:rPr lang="en-US" dirty="0" err="1"/>
              <a:t>trị</a:t>
            </a:r>
            <a:r>
              <a:rPr lang="en-US" dirty="0"/>
              <a:t> pixel (scale) </a:t>
            </a:r>
            <a:r>
              <a:rPr lang="en-US" dirty="0" err="1"/>
              <a:t>để</a:t>
            </a:r>
            <a:r>
              <a:rPr lang="en-US" dirty="0"/>
              <a:t> </a:t>
            </a:r>
            <a:r>
              <a:rPr lang="en-US" dirty="0" err="1"/>
              <a:t>ổn</a:t>
            </a:r>
            <a:r>
              <a:rPr lang="en-US" dirty="0"/>
              <a:t> </a:t>
            </a:r>
            <a:r>
              <a:rPr lang="en-US" dirty="0" err="1"/>
              <a:t>định</a:t>
            </a:r>
            <a:r>
              <a:rPr lang="en-US" dirty="0"/>
              <a:t> gradient </a:t>
            </a:r>
            <a:r>
              <a:rPr lang="en-US" dirty="0" err="1"/>
              <a:t>và</a:t>
            </a:r>
            <a:r>
              <a:rPr lang="en-US" dirty="0"/>
              <a:t> </a:t>
            </a:r>
            <a:r>
              <a:rPr lang="en-US" dirty="0" err="1"/>
              <a:t>tăng</a:t>
            </a:r>
            <a:r>
              <a:rPr lang="en-US" dirty="0"/>
              <a:t> </a:t>
            </a:r>
            <a:r>
              <a:rPr lang="en-US" dirty="0" err="1"/>
              <a:t>tốc</a:t>
            </a:r>
            <a:r>
              <a:rPr lang="en-US" dirty="0"/>
              <a:t> </a:t>
            </a:r>
            <a:r>
              <a:rPr lang="en-US" dirty="0" err="1"/>
              <a:t>hội</a:t>
            </a:r>
            <a:r>
              <a:rPr lang="en-US" dirty="0"/>
              <a:t> </a:t>
            </a:r>
            <a:r>
              <a:rPr lang="en-US" dirty="0" err="1"/>
              <a:t>tụ</a:t>
            </a:r>
            <a:r>
              <a:rPr lang="en-US" dirty="0"/>
              <a:t>.</a:t>
            </a:r>
            <a:endParaRPr lang="vi-VN" dirty="0"/>
          </a:p>
          <a:p>
            <a:pPr marL="285750" indent="-285750">
              <a:buFontTx/>
              <a:buChar char="-"/>
            </a:pPr>
            <a:endParaRPr lang="en-US" dirty="0"/>
          </a:p>
          <a:p>
            <a:r>
              <a:rPr lang="en-US" b="1" dirty="0"/>
              <a:t>3. Data Augmentation</a:t>
            </a:r>
          </a:p>
          <a:p>
            <a:pPr marL="285750" indent="-285750">
              <a:buFontTx/>
              <a:buChar char="-"/>
            </a:pPr>
            <a:r>
              <a:rPr lang="en-US" dirty="0"/>
              <a:t>Random Flip, Random Rotation, Random Zoom </a:t>
            </a:r>
            <a:r>
              <a:rPr lang="en-US" dirty="0" err="1"/>
              <a:t>để</a:t>
            </a:r>
            <a:r>
              <a:rPr lang="en-US" dirty="0"/>
              <a:t> </a:t>
            </a:r>
            <a:r>
              <a:rPr lang="en-US" dirty="0" err="1"/>
              <a:t>tạo</a:t>
            </a:r>
            <a:r>
              <a:rPr lang="en-US" dirty="0"/>
              <a:t> </a:t>
            </a:r>
            <a:r>
              <a:rPr lang="en-US" dirty="0" err="1"/>
              <a:t>biến</a:t>
            </a:r>
            <a:r>
              <a:rPr lang="en-US" dirty="0"/>
              <a:t> </a:t>
            </a:r>
            <a:r>
              <a:rPr lang="en-US" dirty="0" err="1"/>
              <a:t>thể</a:t>
            </a:r>
            <a:r>
              <a:rPr lang="en-US" dirty="0"/>
              <a:t> </a:t>
            </a:r>
            <a:r>
              <a:rPr lang="en-US" dirty="0" err="1"/>
              <a:t>và</a:t>
            </a:r>
            <a:r>
              <a:rPr lang="en-US" dirty="0"/>
              <a:t> </a:t>
            </a:r>
            <a:r>
              <a:rPr lang="en-US" dirty="0" err="1"/>
              <a:t>giảm</a:t>
            </a:r>
            <a:r>
              <a:rPr lang="en-US" dirty="0"/>
              <a:t> overfitting.</a:t>
            </a:r>
            <a:endParaRPr lang="vi-VN" dirty="0"/>
          </a:p>
          <a:p>
            <a:pPr marL="285750" indent="-285750">
              <a:buFontTx/>
              <a:buChar char="-"/>
            </a:pPr>
            <a:endParaRPr lang="vi-VN" dirty="0"/>
          </a:p>
          <a:p>
            <a:r>
              <a:rPr lang="vi-VN" b="1" dirty="0"/>
              <a:t>4. Chuẩn hóa ảnh</a:t>
            </a:r>
          </a:p>
          <a:p>
            <a:pPr marL="285750" indent="-285750">
              <a:buFontTx/>
              <a:buChar char="-"/>
            </a:pPr>
            <a:r>
              <a:rPr lang="vi-VN" dirty="0"/>
              <a:t>Toàn bộ ảnh được chuyển về cùng kích thước 224×224×3.</a:t>
            </a:r>
          </a:p>
          <a:p>
            <a:pPr marL="285750" indent="-285750">
              <a:buFontTx/>
              <a:buChar char="-"/>
            </a:pPr>
            <a:endParaRPr lang="vi-VN" dirty="0"/>
          </a:p>
          <a:p>
            <a:pPr marL="285750" indent="-285750">
              <a:buFontTx/>
              <a:buChar char="-"/>
            </a:pPr>
            <a:r>
              <a:rPr lang="vi-VN" dirty="0"/>
              <a:t>Giá trị pixel ban đầu (0–255) được scale về khoảng phù hợp với MobileNetV2 (ví dụ: [-1, 1] hoặc [0,1], tuỳ hàm preprocessing). Việc này giúp giảm biên độ gradient, tăng tính ổn định và tốc độ hội tụ.</a:t>
            </a:r>
          </a:p>
          <a:p>
            <a:endParaRPr lang="en-US" b="1" dirty="0"/>
          </a:p>
        </p:txBody>
      </p:sp>
      <p:sp>
        <p:nvSpPr>
          <p:cNvPr id="24" name="Rectangle 23">
            <a:extLst>
              <a:ext uri="{FF2B5EF4-FFF2-40B4-BE49-F238E27FC236}">
                <a16:creationId xmlns:a16="http://schemas.microsoft.com/office/drawing/2014/main" id="{BB12D537-F89A-ABF9-FEEF-7B5366AC63C4}"/>
              </a:ext>
            </a:extLst>
          </p:cNvPr>
          <p:cNvSpPr/>
          <p:nvPr/>
        </p:nvSpPr>
        <p:spPr>
          <a:xfrm rot="2691659">
            <a:off x="10833095" y="4481138"/>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58473F33-A976-B7B2-FE81-61CDC36F4FA6}"/>
              </a:ext>
            </a:extLst>
          </p:cNvPr>
          <p:cNvSpPr/>
          <p:nvPr/>
        </p:nvSpPr>
        <p:spPr>
          <a:xfrm rot="2691659">
            <a:off x="825973" y="-169534"/>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endParaRPr>
          </a:p>
        </p:txBody>
      </p:sp>
    </p:spTree>
    <p:extLst>
      <p:ext uri="{BB962C8B-B14F-4D97-AF65-F5344CB8AC3E}">
        <p14:creationId xmlns:p14="http://schemas.microsoft.com/office/powerpoint/2010/main" val="2739839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D916A34B-F848-44B0-3E1A-7D48BA5030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3482" y="755780"/>
            <a:ext cx="5387651" cy="497729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7B03DF5-0594-2453-2A8A-2E8C90A7A20D}"/>
              </a:ext>
            </a:extLst>
          </p:cNvPr>
          <p:cNvSpPr txBox="1"/>
          <p:nvPr/>
        </p:nvSpPr>
        <p:spPr>
          <a:xfrm>
            <a:off x="732452" y="817145"/>
            <a:ext cx="5481736" cy="861774"/>
          </a:xfrm>
          <a:prstGeom prst="rect">
            <a:avLst/>
          </a:prstGeom>
          <a:noFill/>
        </p:spPr>
        <p:txBody>
          <a:bodyPr wrap="square">
            <a:spAutoFit/>
          </a:bodyPr>
          <a:lstStyle/>
          <a:p>
            <a:pPr>
              <a:buNone/>
            </a:pPr>
            <a:r>
              <a:rPr lang="en-US" sz="2500" b="1" dirty="0" err="1"/>
              <a:t>Mô</a:t>
            </a:r>
            <a:r>
              <a:rPr lang="en-US" sz="2500" b="1" dirty="0"/>
              <a:t> </a:t>
            </a:r>
            <a:r>
              <a:rPr lang="en-US" sz="2500" b="1" dirty="0" err="1"/>
              <a:t>hình</a:t>
            </a:r>
            <a:r>
              <a:rPr lang="en-US" sz="2500" b="1" dirty="0"/>
              <a:t> </a:t>
            </a:r>
            <a:r>
              <a:rPr lang="en-US" sz="2500" b="1" dirty="0" err="1"/>
              <a:t>đề</a:t>
            </a:r>
            <a:r>
              <a:rPr lang="en-US" sz="2500" b="1" dirty="0"/>
              <a:t> </a:t>
            </a:r>
            <a:r>
              <a:rPr lang="en-US" sz="2500" b="1" dirty="0" err="1"/>
              <a:t>xuất</a:t>
            </a:r>
            <a:r>
              <a:rPr lang="en-US" sz="2500" b="1" dirty="0"/>
              <a:t> — MobileNetV2 (Transfer Learning)</a:t>
            </a:r>
          </a:p>
        </p:txBody>
      </p:sp>
      <p:sp>
        <p:nvSpPr>
          <p:cNvPr id="11" name="Rectangle: Rounded Corners 10">
            <a:extLst>
              <a:ext uri="{FF2B5EF4-FFF2-40B4-BE49-F238E27FC236}">
                <a16:creationId xmlns:a16="http://schemas.microsoft.com/office/drawing/2014/main" id="{78533C1F-C1DF-34BA-6945-017BB74A47E0}"/>
              </a:ext>
            </a:extLst>
          </p:cNvPr>
          <p:cNvSpPr/>
          <p:nvPr/>
        </p:nvSpPr>
        <p:spPr>
          <a:xfrm>
            <a:off x="983603" y="2491273"/>
            <a:ext cx="2043405" cy="303244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dirty="0">
                <a:solidFill>
                  <a:schemeClr val="tx1"/>
                </a:solidFill>
              </a:rPr>
              <a:t>Lý do chọn</a:t>
            </a:r>
          </a:p>
          <a:p>
            <a:endParaRPr lang="vi-VN" b="1" dirty="0">
              <a:solidFill>
                <a:schemeClr val="tx1"/>
              </a:solidFill>
            </a:endParaRPr>
          </a:p>
          <a:p>
            <a:pPr algn="just"/>
            <a:r>
              <a:rPr lang="vi-VN" dirty="0">
                <a:solidFill>
                  <a:schemeClr val="tx1"/>
                </a:solidFill>
              </a:rPr>
              <a:t>- Nhẹ, tối ưu cho thiết bị tài nguyên hạn chế; pretrained trên ImageNet; cân bằng hiệu năng &amp; tốc độ — phù hợp triển khai Streamlit.</a:t>
            </a:r>
          </a:p>
          <a:p>
            <a:pPr algn="ctr"/>
            <a:endParaRPr lang="en-US" dirty="0"/>
          </a:p>
        </p:txBody>
      </p:sp>
      <p:sp>
        <p:nvSpPr>
          <p:cNvPr id="12" name="Rectangle: Rounded Corners 11">
            <a:extLst>
              <a:ext uri="{FF2B5EF4-FFF2-40B4-BE49-F238E27FC236}">
                <a16:creationId xmlns:a16="http://schemas.microsoft.com/office/drawing/2014/main" id="{B3561BD2-0E5F-322D-0D6D-FE0D51A234BE}"/>
              </a:ext>
            </a:extLst>
          </p:cNvPr>
          <p:cNvSpPr/>
          <p:nvPr/>
        </p:nvSpPr>
        <p:spPr>
          <a:xfrm>
            <a:off x="3713583" y="2491273"/>
            <a:ext cx="2043405" cy="303244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Vai </a:t>
            </a:r>
            <a:r>
              <a:rPr lang="en-US" b="1" dirty="0" err="1">
                <a:solidFill>
                  <a:schemeClr val="tx1"/>
                </a:solidFill>
              </a:rPr>
              <a:t>trò</a:t>
            </a:r>
            <a:endParaRPr lang="vi-VN" b="1" dirty="0">
              <a:solidFill>
                <a:schemeClr val="tx1"/>
              </a:solidFill>
            </a:endParaRPr>
          </a:p>
          <a:p>
            <a:endParaRPr lang="en-US" b="1" dirty="0">
              <a:solidFill>
                <a:schemeClr val="tx1"/>
              </a:solidFill>
            </a:endParaRPr>
          </a:p>
          <a:p>
            <a:pPr algn="just"/>
            <a:r>
              <a:rPr lang="vi-VN" dirty="0">
                <a:solidFill>
                  <a:schemeClr val="tx1"/>
                </a:solidFill>
              </a:rPr>
              <a:t>- </a:t>
            </a:r>
            <a:r>
              <a:rPr lang="en-US" dirty="0" err="1">
                <a:solidFill>
                  <a:schemeClr val="tx1"/>
                </a:solidFill>
              </a:rPr>
              <a:t>Dùng</a:t>
            </a:r>
            <a:r>
              <a:rPr lang="en-US" dirty="0">
                <a:solidFill>
                  <a:schemeClr val="tx1"/>
                </a:solidFill>
              </a:rPr>
              <a:t> </a:t>
            </a:r>
            <a:r>
              <a:rPr lang="en-US" dirty="0" err="1">
                <a:solidFill>
                  <a:schemeClr val="tx1"/>
                </a:solidFill>
              </a:rPr>
              <a:t>làm</a:t>
            </a:r>
            <a:r>
              <a:rPr lang="en-US" dirty="0">
                <a:solidFill>
                  <a:schemeClr val="tx1"/>
                </a:solidFill>
              </a:rPr>
              <a:t> feature extractor; </a:t>
            </a:r>
            <a:r>
              <a:rPr lang="en-US" dirty="0" err="1">
                <a:solidFill>
                  <a:schemeClr val="tx1"/>
                </a:solidFill>
              </a:rPr>
              <a:t>loại</a:t>
            </a:r>
            <a:r>
              <a:rPr lang="en-US" dirty="0">
                <a:solidFill>
                  <a:schemeClr val="tx1"/>
                </a:solidFill>
              </a:rPr>
              <a:t> </a:t>
            </a:r>
            <a:r>
              <a:rPr lang="en-US" dirty="0" err="1">
                <a:solidFill>
                  <a:schemeClr val="tx1"/>
                </a:solidFill>
              </a:rPr>
              <a:t>bỏ</a:t>
            </a:r>
            <a:r>
              <a:rPr lang="en-US" dirty="0">
                <a:solidFill>
                  <a:schemeClr val="tx1"/>
                </a:solidFill>
              </a:rPr>
              <a:t> head </a:t>
            </a:r>
            <a:r>
              <a:rPr lang="en-US" dirty="0" err="1">
                <a:solidFill>
                  <a:schemeClr val="tx1"/>
                </a:solidFill>
              </a:rPr>
              <a:t>gốc</a:t>
            </a:r>
            <a:r>
              <a:rPr lang="en-US" dirty="0">
                <a:solidFill>
                  <a:schemeClr val="tx1"/>
                </a:solidFill>
              </a:rPr>
              <a:t> </a:t>
            </a:r>
            <a:r>
              <a:rPr lang="en-US" dirty="0" err="1">
                <a:solidFill>
                  <a:schemeClr val="tx1"/>
                </a:solidFill>
              </a:rPr>
              <a:t>và</a:t>
            </a:r>
            <a:r>
              <a:rPr lang="en-US" dirty="0">
                <a:solidFill>
                  <a:schemeClr val="tx1"/>
                </a:solidFill>
              </a:rPr>
              <a:t> </a:t>
            </a:r>
            <a:r>
              <a:rPr lang="en-US" dirty="0" err="1">
                <a:solidFill>
                  <a:schemeClr val="tx1"/>
                </a:solidFill>
              </a:rPr>
              <a:t>thêm</a:t>
            </a:r>
            <a:r>
              <a:rPr lang="en-US" dirty="0">
                <a:solidFill>
                  <a:schemeClr val="tx1"/>
                </a:solidFill>
              </a:rPr>
              <a:t> classifier </a:t>
            </a:r>
            <a:r>
              <a:rPr lang="en-US" dirty="0" err="1">
                <a:solidFill>
                  <a:schemeClr val="tx1"/>
                </a:solidFill>
              </a:rPr>
              <a:t>phía</a:t>
            </a:r>
            <a:r>
              <a:rPr lang="en-US" dirty="0">
                <a:solidFill>
                  <a:schemeClr val="tx1"/>
                </a:solidFill>
              </a:rPr>
              <a:t> </a:t>
            </a:r>
            <a:r>
              <a:rPr lang="en-US" dirty="0" err="1">
                <a:solidFill>
                  <a:schemeClr val="tx1"/>
                </a:solidFill>
              </a:rPr>
              <a:t>trên</a:t>
            </a:r>
            <a:r>
              <a:rPr lang="en-US" dirty="0">
                <a:solidFill>
                  <a:schemeClr val="tx1"/>
                </a:solidFill>
              </a:rPr>
              <a:t>.</a:t>
            </a:r>
          </a:p>
          <a:p>
            <a:pPr algn="ctr"/>
            <a:endParaRPr lang="en-US" dirty="0">
              <a:solidFill>
                <a:schemeClr val="tx1"/>
              </a:solidFill>
            </a:endParaRPr>
          </a:p>
        </p:txBody>
      </p:sp>
    </p:spTree>
    <p:extLst>
      <p:ext uri="{BB962C8B-B14F-4D97-AF65-F5344CB8AC3E}">
        <p14:creationId xmlns:p14="http://schemas.microsoft.com/office/powerpoint/2010/main" val="2808839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0C45449-0C52-0DAE-0F38-E085B1F3B2CE}"/>
              </a:ext>
            </a:extLst>
          </p:cNvPr>
          <p:cNvSpPr txBox="1"/>
          <p:nvPr/>
        </p:nvSpPr>
        <p:spPr>
          <a:xfrm>
            <a:off x="3907971" y="793169"/>
            <a:ext cx="4376057" cy="477054"/>
          </a:xfrm>
          <a:prstGeom prst="rect">
            <a:avLst/>
          </a:prstGeom>
          <a:noFill/>
        </p:spPr>
        <p:txBody>
          <a:bodyPr wrap="square">
            <a:spAutoFit/>
          </a:bodyPr>
          <a:lstStyle/>
          <a:p>
            <a:pPr>
              <a:buNone/>
            </a:pPr>
            <a:r>
              <a:rPr lang="en-US" sz="2500" b="1" dirty="0" err="1"/>
              <a:t>Kiến</a:t>
            </a:r>
            <a:r>
              <a:rPr lang="en-US" sz="2500" b="1" dirty="0"/>
              <a:t> </a:t>
            </a:r>
            <a:r>
              <a:rPr lang="en-US" sz="2500" b="1" dirty="0" err="1"/>
              <a:t>trúc</a:t>
            </a:r>
            <a:r>
              <a:rPr lang="en-US" sz="2500" b="1" dirty="0"/>
              <a:t> </a:t>
            </a:r>
            <a:r>
              <a:rPr lang="en-US" sz="2500" b="1" dirty="0" err="1"/>
              <a:t>mô</a:t>
            </a:r>
            <a:r>
              <a:rPr lang="en-US" sz="2500" b="1" dirty="0"/>
              <a:t> </a:t>
            </a:r>
            <a:r>
              <a:rPr lang="en-US" sz="2500" b="1" dirty="0" err="1"/>
              <a:t>hình</a:t>
            </a:r>
            <a:r>
              <a:rPr lang="en-US" sz="2500" b="1" dirty="0"/>
              <a:t> (chi </a:t>
            </a:r>
            <a:r>
              <a:rPr lang="en-US" sz="2500" b="1" dirty="0" err="1"/>
              <a:t>tiết</a:t>
            </a:r>
            <a:r>
              <a:rPr lang="en-US" sz="2500" b="1" dirty="0"/>
              <a:t>)</a:t>
            </a:r>
          </a:p>
        </p:txBody>
      </p:sp>
      <p:pic>
        <p:nvPicPr>
          <p:cNvPr id="6145" name="Picture 1">
            <a:extLst>
              <a:ext uri="{FF2B5EF4-FFF2-40B4-BE49-F238E27FC236}">
                <a16:creationId xmlns:a16="http://schemas.microsoft.com/office/drawing/2014/main" id="{7CE616A8-3C25-F075-1E73-CEA2D85B34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739" y="2236236"/>
            <a:ext cx="5926567" cy="283417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B9DA49A-CEE7-AE04-FB61-C1E7F6277876}"/>
              </a:ext>
            </a:extLst>
          </p:cNvPr>
          <p:cNvSpPr txBox="1"/>
          <p:nvPr/>
        </p:nvSpPr>
        <p:spPr>
          <a:xfrm>
            <a:off x="7445828" y="1668164"/>
            <a:ext cx="2705878" cy="3970318"/>
          </a:xfrm>
          <a:prstGeom prst="rect">
            <a:avLst/>
          </a:prstGeom>
          <a:noFill/>
        </p:spPr>
        <p:txBody>
          <a:bodyPr wrap="square">
            <a:spAutoFit/>
          </a:bodyPr>
          <a:lstStyle/>
          <a:p>
            <a:pPr marL="285750" indent="-285750">
              <a:buFont typeface="Arial" panose="020B0604020202020204" pitchFamily="34" charset="0"/>
              <a:buChar char="•"/>
            </a:pPr>
            <a:r>
              <a:rPr lang="en-US" dirty="0"/>
              <a:t>Input: </a:t>
            </a:r>
            <a:r>
              <a:rPr lang="en-US" dirty="0" err="1"/>
              <a:t>ảnh</a:t>
            </a:r>
            <a:r>
              <a:rPr lang="en-US" dirty="0"/>
              <a:t> 224×224×3</a:t>
            </a:r>
            <a:endParaRPr lang="vi-VN" dirty="0"/>
          </a:p>
          <a:p>
            <a:pPr>
              <a:buFont typeface="Arial" panose="020B0604020202020204" pitchFamily="34" charset="0"/>
              <a:buChar char="•"/>
            </a:pPr>
            <a:endParaRPr lang="en-US" dirty="0"/>
          </a:p>
          <a:p>
            <a:pPr marL="285750" indent="-285750">
              <a:buFont typeface="Arial" panose="020B0604020202020204" pitchFamily="34" charset="0"/>
              <a:buChar char="•"/>
            </a:pPr>
            <a:r>
              <a:rPr lang="en-US" dirty="0"/>
              <a:t>Data Augmentation layer (</a:t>
            </a:r>
            <a:r>
              <a:rPr lang="en-US" dirty="0" err="1"/>
              <a:t>hàm</a:t>
            </a:r>
            <a:r>
              <a:rPr lang="en-US" dirty="0"/>
              <a:t> random flip/rotation/zoom)</a:t>
            </a:r>
            <a:endParaRPr lang="vi-VN"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MobileNetV2 (</a:t>
            </a:r>
            <a:r>
              <a:rPr lang="vi-VN" dirty="0"/>
              <a:t>Trích xuất đặc trưng</a:t>
            </a:r>
            <a:r>
              <a:rPr lang="en-US" dirty="0"/>
              <a:t>)</a:t>
            </a:r>
            <a:endParaRPr lang="vi-VN"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Global Average Pooling</a:t>
            </a:r>
            <a:r>
              <a:rPr lang="vi-VN" dirty="0"/>
              <a:t> (Giảm kích thước)</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Dense(256) + </a:t>
            </a:r>
            <a:r>
              <a:rPr lang="en-US" dirty="0" err="1"/>
              <a:t>ReLU</a:t>
            </a:r>
            <a:r>
              <a:rPr lang="vi-VN" dirty="0"/>
              <a:t> (Học đặc trưng)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Dropout(rate=0.4)</a:t>
            </a:r>
            <a:endParaRPr lang="vi-VN"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Output: </a:t>
            </a:r>
            <a:r>
              <a:rPr lang="en-US" dirty="0" err="1"/>
              <a:t>Softmax</a:t>
            </a:r>
            <a:r>
              <a:rPr lang="en-US" dirty="0"/>
              <a:t> → 10 class</a:t>
            </a:r>
          </a:p>
        </p:txBody>
      </p:sp>
      <p:sp>
        <p:nvSpPr>
          <p:cNvPr id="8" name="Rectangle 7">
            <a:extLst>
              <a:ext uri="{FF2B5EF4-FFF2-40B4-BE49-F238E27FC236}">
                <a16:creationId xmlns:a16="http://schemas.microsoft.com/office/drawing/2014/main" id="{068BEC26-2BE2-2B82-5B46-E846027AFB70}"/>
              </a:ext>
            </a:extLst>
          </p:cNvPr>
          <p:cNvSpPr/>
          <p:nvPr/>
        </p:nvSpPr>
        <p:spPr>
          <a:xfrm rot="2691659">
            <a:off x="10833095" y="4481138"/>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07E27817-E004-F209-C6B3-9F8576103522}"/>
              </a:ext>
            </a:extLst>
          </p:cNvPr>
          <p:cNvSpPr/>
          <p:nvPr/>
        </p:nvSpPr>
        <p:spPr>
          <a:xfrm rot="2691659">
            <a:off x="825973" y="-169534"/>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endParaRPr>
          </a:p>
        </p:txBody>
      </p:sp>
    </p:spTree>
    <p:extLst>
      <p:ext uri="{BB962C8B-B14F-4D97-AF65-F5344CB8AC3E}">
        <p14:creationId xmlns:p14="http://schemas.microsoft.com/office/powerpoint/2010/main" val="720081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4C5AA86F-856C-09E6-5679-A322AB3480F0}"/>
              </a:ext>
            </a:extLst>
          </p:cNvPr>
          <p:cNvSpPr/>
          <p:nvPr/>
        </p:nvSpPr>
        <p:spPr>
          <a:xfrm>
            <a:off x="2937705" y="717683"/>
            <a:ext cx="6316590" cy="620078"/>
          </a:xfrm>
          <a:prstGeom prst="rect">
            <a:avLst/>
          </a:prstGeom>
          <a:noFill/>
          <a:ln/>
        </p:spPr>
        <p:txBody>
          <a:bodyPr wrap="none" lIns="0" tIns="0" rIns="0" bIns="0" rtlCol="0" anchor="t"/>
          <a:lstStyle/>
          <a:p>
            <a:r>
              <a:rPr lang="pt-BR" sz="2500" b="1" dirty="0">
                <a:latin typeface="Times New Roman" panose="02020603050405020304" pitchFamily="18" charset="0"/>
                <a:cs typeface="Times New Roman" panose="02020603050405020304" pitchFamily="18" charset="0"/>
              </a:rPr>
              <a:t>CHƯƠNG </a:t>
            </a:r>
            <a:r>
              <a:rPr lang="vi-VN" sz="2500" b="1" dirty="0">
                <a:latin typeface="Times New Roman" panose="02020603050405020304" pitchFamily="18" charset="0"/>
                <a:cs typeface="Times New Roman" panose="02020603050405020304" pitchFamily="18" charset="0"/>
              </a:rPr>
              <a:t>4:</a:t>
            </a:r>
            <a:r>
              <a:rPr lang="pt-BR" sz="2500" b="1" dirty="0">
                <a:latin typeface="Times New Roman" panose="02020603050405020304" pitchFamily="18" charset="0"/>
                <a:cs typeface="Times New Roman" panose="02020603050405020304" pitchFamily="18" charset="0"/>
              </a:rPr>
              <a:t> THỰC NGHIỆM VÀ KẾT QUẢ</a:t>
            </a:r>
            <a:endParaRPr lang="en-US" sz="25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06F2004-B8A4-F7B1-562A-FCDA412CB26F}"/>
              </a:ext>
            </a:extLst>
          </p:cNvPr>
          <p:cNvSpPr txBox="1"/>
          <p:nvPr/>
        </p:nvSpPr>
        <p:spPr>
          <a:xfrm>
            <a:off x="825759" y="1337761"/>
            <a:ext cx="6167534" cy="477054"/>
          </a:xfrm>
          <a:prstGeom prst="rect">
            <a:avLst/>
          </a:prstGeom>
          <a:noFill/>
        </p:spPr>
        <p:txBody>
          <a:bodyPr wrap="square">
            <a:spAutoFit/>
          </a:bodyPr>
          <a:lstStyle/>
          <a:p>
            <a:pPr>
              <a:buNone/>
            </a:pPr>
            <a:r>
              <a:rPr lang="vi-VN" sz="2500" b="1" dirty="0"/>
              <a:t>Môi Trường Thực Nghiệm</a:t>
            </a:r>
          </a:p>
        </p:txBody>
      </p:sp>
      <p:sp>
        <p:nvSpPr>
          <p:cNvPr id="10" name="TextBox 9">
            <a:extLst>
              <a:ext uri="{FF2B5EF4-FFF2-40B4-BE49-F238E27FC236}">
                <a16:creationId xmlns:a16="http://schemas.microsoft.com/office/drawing/2014/main" id="{EF4E3136-5E07-B8A7-7F40-5A9035FE3C50}"/>
              </a:ext>
            </a:extLst>
          </p:cNvPr>
          <p:cNvSpPr txBox="1"/>
          <p:nvPr/>
        </p:nvSpPr>
        <p:spPr>
          <a:xfrm>
            <a:off x="891073" y="1814815"/>
            <a:ext cx="10540482" cy="523220"/>
          </a:xfrm>
          <a:prstGeom prst="rect">
            <a:avLst/>
          </a:prstGeom>
          <a:noFill/>
        </p:spPr>
        <p:txBody>
          <a:bodyPr wrap="square">
            <a:spAutoFit/>
          </a:bodyPr>
          <a:lstStyle/>
          <a:p>
            <a:pPr>
              <a:buNone/>
            </a:pPr>
            <a:r>
              <a:rPr lang="vi-VN" dirty="0"/>
              <a:t>Quá trình phát triển mô hình được thực hiện trong môi trường Python với các thư viện học sâu phổ biến và công cụ hỗ trợ toàn diện.</a:t>
            </a:r>
          </a:p>
        </p:txBody>
      </p:sp>
      <p:sp>
        <p:nvSpPr>
          <p:cNvPr id="11" name="Rectangle: Rounded Corners 10">
            <a:extLst>
              <a:ext uri="{FF2B5EF4-FFF2-40B4-BE49-F238E27FC236}">
                <a16:creationId xmlns:a16="http://schemas.microsoft.com/office/drawing/2014/main" id="{A4F0823B-AAB4-E9F3-6461-B5D94FC7A213}"/>
              </a:ext>
            </a:extLst>
          </p:cNvPr>
          <p:cNvSpPr/>
          <p:nvPr/>
        </p:nvSpPr>
        <p:spPr>
          <a:xfrm>
            <a:off x="1278294" y="2338035"/>
            <a:ext cx="3937518" cy="14835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b="1" dirty="0">
                <a:solidFill>
                  <a:schemeClr val="tx1"/>
                </a:solidFill>
              </a:rPr>
              <a:t>Python</a:t>
            </a:r>
          </a:p>
          <a:p>
            <a:pPr algn="just"/>
            <a:r>
              <a:rPr lang="en-US" dirty="0" err="1">
                <a:solidFill>
                  <a:schemeClr val="tx1"/>
                </a:solidFill>
              </a:rPr>
              <a:t>Ngôn</a:t>
            </a:r>
            <a:r>
              <a:rPr lang="en-US" dirty="0">
                <a:solidFill>
                  <a:schemeClr val="tx1"/>
                </a:solidFill>
              </a:rPr>
              <a:t> </a:t>
            </a:r>
            <a:r>
              <a:rPr lang="en-US" dirty="0" err="1">
                <a:solidFill>
                  <a:schemeClr val="tx1"/>
                </a:solidFill>
              </a:rPr>
              <a:t>ngữ</a:t>
            </a:r>
            <a:r>
              <a:rPr lang="en-US" dirty="0">
                <a:solidFill>
                  <a:schemeClr val="tx1"/>
                </a:solidFill>
              </a:rPr>
              <a:t> </a:t>
            </a:r>
            <a:r>
              <a:rPr lang="en-US" dirty="0" err="1">
                <a:solidFill>
                  <a:schemeClr val="tx1"/>
                </a:solidFill>
              </a:rPr>
              <a:t>lập</a:t>
            </a:r>
            <a:r>
              <a:rPr lang="en-US" dirty="0">
                <a:solidFill>
                  <a:schemeClr val="tx1"/>
                </a:solidFill>
              </a:rPr>
              <a:t> </a:t>
            </a:r>
            <a:r>
              <a:rPr lang="en-US" dirty="0" err="1">
                <a:solidFill>
                  <a:schemeClr val="tx1"/>
                </a:solidFill>
              </a:rPr>
              <a:t>trình</a:t>
            </a:r>
            <a:r>
              <a:rPr lang="en-US" dirty="0">
                <a:solidFill>
                  <a:schemeClr val="tx1"/>
                </a:solidFill>
              </a:rPr>
              <a:t> </a:t>
            </a:r>
            <a:r>
              <a:rPr lang="en-US" dirty="0" err="1">
                <a:solidFill>
                  <a:schemeClr val="tx1"/>
                </a:solidFill>
              </a:rPr>
              <a:t>chính</a:t>
            </a:r>
            <a:r>
              <a:rPr lang="en-US" dirty="0">
                <a:solidFill>
                  <a:schemeClr val="tx1"/>
                </a:solidFill>
              </a:rPr>
              <a:t> </a:t>
            </a:r>
            <a:r>
              <a:rPr lang="en-US" dirty="0" err="1">
                <a:solidFill>
                  <a:schemeClr val="tx1"/>
                </a:solidFill>
              </a:rPr>
              <a:t>cho</a:t>
            </a:r>
            <a:r>
              <a:rPr lang="en-US" dirty="0">
                <a:solidFill>
                  <a:schemeClr val="tx1"/>
                </a:solidFill>
              </a:rPr>
              <a:t> </a:t>
            </a:r>
            <a:r>
              <a:rPr lang="en-US" dirty="0" err="1">
                <a:solidFill>
                  <a:schemeClr val="tx1"/>
                </a:solidFill>
              </a:rPr>
              <a:t>việc</a:t>
            </a:r>
            <a:r>
              <a:rPr lang="en-US" dirty="0">
                <a:solidFill>
                  <a:schemeClr val="tx1"/>
                </a:solidFill>
              </a:rPr>
              <a:t> </a:t>
            </a:r>
            <a:r>
              <a:rPr lang="en-US" dirty="0" err="1">
                <a:solidFill>
                  <a:schemeClr val="tx1"/>
                </a:solidFill>
              </a:rPr>
              <a:t>triển</a:t>
            </a:r>
            <a:r>
              <a:rPr lang="en-US" dirty="0">
                <a:solidFill>
                  <a:schemeClr val="tx1"/>
                </a:solidFill>
              </a:rPr>
              <a:t> </a:t>
            </a:r>
            <a:r>
              <a:rPr lang="en-US" dirty="0" err="1">
                <a:solidFill>
                  <a:schemeClr val="tx1"/>
                </a:solidFill>
              </a:rPr>
              <a:t>khai</a:t>
            </a:r>
            <a:r>
              <a:rPr lang="en-US" dirty="0">
                <a:solidFill>
                  <a:schemeClr val="tx1"/>
                </a:solidFill>
              </a:rPr>
              <a:t> </a:t>
            </a:r>
            <a:r>
              <a:rPr lang="en-US" dirty="0" err="1">
                <a:solidFill>
                  <a:schemeClr val="tx1"/>
                </a:solidFill>
              </a:rPr>
              <a:t>mô</a:t>
            </a:r>
            <a:r>
              <a:rPr lang="en-US" dirty="0">
                <a:solidFill>
                  <a:schemeClr val="tx1"/>
                </a:solidFill>
              </a:rPr>
              <a:t> </a:t>
            </a:r>
            <a:r>
              <a:rPr lang="en-US" dirty="0" err="1">
                <a:solidFill>
                  <a:schemeClr val="tx1"/>
                </a:solidFill>
              </a:rPr>
              <a:t>hình</a:t>
            </a:r>
            <a:r>
              <a:rPr lang="en-US" dirty="0">
                <a:solidFill>
                  <a:schemeClr val="tx1"/>
                </a:solidFill>
              </a:rPr>
              <a:t> </a:t>
            </a:r>
            <a:r>
              <a:rPr lang="en-US" dirty="0" err="1">
                <a:solidFill>
                  <a:schemeClr val="tx1"/>
                </a:solidFill>
              </a:rPr>
              <a:t>học</a:t>
            </a:r>
            <a:r>
              <a:rPr lang="en-US" dirty="0">
                <a:solidFill>
                  <a:schemeClr val="tx1"/>
                </a:solidFill>
              </a:rPr>
              <a:t> </a:t>
            </a:r>
            <a:r>
              <a:rPr lang="en-US" dirty="0" err="1">
                <a:solidFill>
                  <a:schemeClr val="tx1"/>
                </a:solidFill>
              </a:rPr>
              <a:t>sâu</a:t>
            </a:r>
            <a:endParaRPr lang="en-US" dirty="0">
              <a:solidFill>
                <a:schemeClr val="tx1"/>
              </a:solidFill>
            </a:endParaRPr>
          </a:p>
        </p:txBody>
      </p:sp>
      <p:sp>
        <p:nvSpPr>
          <p:cNvPr id="12" name="Rectangle: Rounded Corners 11">
            <a:extLst>
              <a:ext uri="{FF2B5EF4-FFF2-40B4-BE49-F238E27FC236}">
                <a16:creationId xmlns:a16="http://schemas.microsoft.com/office/drawing/2014/main" id="{E3A56CC5-DAF0-D97D-167E-15FF29011480}"/>
              </a:ext>
            </a:extLst>
          </p:cNvPr>
          <p:cNvSpPr/>
          <p:nvPr/>
        </p:nvSpPr>
        <p:spPr>
          <a:xfrm>
            <a:off x="6920204" y="4036671"/>
            <a:ext cx="3937518" cy="14835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b="1" dirty="0">
                <a:solidFill>
                  <a:schemeClr val="tx1"/>
                </a:solidFill>
              </a:rPr>
              <a:t>Streamlit</a:t>
            </a:r>
          </a:p>
          <a:p>
            <a:pPr algn="just"/>
            <a:r>
              <a:rPr lang="vi-VN" dirty="0">
                <a:solidFill>
                  <a:schemeClr val="tx1"/>
                </a:solidFill>
              </a:rPr>
              <a:t>Công cụ triển khai giao diện người dùng cho mô hình</a:t>
            </a:r>
          </a:p>
        </p:txBody>
      </p:sp>
      <p:sp>
        <p:nvSpPr>
          <p:cNvPr id="13" name="Rectangle: Rounded Corners 12">
            <a:extLst>
              <a:ext uri="{FF2B5EF4-FFF2-40B4-BE49-F238E27FC236}">
                <a16:creationId xmlns:a16="http://schemas.microsoft.com/office/drawing/2014/main" id="{6C3A85BC-AFBB-D2F2-37C8-EEC7610F02A0}"/>
              </a:ext>
            </a:extLst>
          </p:cNvPr>
          <p:cNvSpPr/>
          <p:nvPr/>
        </p:nvSpPr>
        <p:spPr>
          <a:xfrm>
            <a:off x="1278294" y="4036672"/>
            <a:ext cx="3937518" cy="14835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b="1" dirty="0">
                <a:solidFill>
                  <a:schemeClr val="tx1"/>
                </a:solidFill>
              </a:rPr>
              <a:t>NumPy &amp; Matplotlib</a:t>
            </a:r>
          </a:p>
          <a:p>
            <a:pPr algn="just"/>
            <a:r>
              <a:rPr lang="en-US" dirty="0" err="1">
                <a:solidFill>
                  <a:schemeClr val="tx1"/>
                </a:solidFill>
              </a:rPr>
              <a:t>Xử</a:t>
            </a:r>
            <a:r>
              <a:rPr lang="en-US" dirty="0">
                <a:solidFill>
                  <a:schemeClr val="tx1"/>
                </a:solidFill>
              </a:rPr>
              <a:t> </a:t>
            </a:r>
            <a:r>
              <a:rPr lang="en-US" dirty="0" err="1">
                <a:solidFill>
                  <a:schemeClr val="tx1"/>
                </a:solidFill>
              </a:rPr>
              <a:t>lý</a:t>
            </a:r>
            <a:r>
              <a:rPr lang="en-US" dirty="0">
                <a:solidFill>
                  <a:schemeClr val="tx1"/>
                </a:solidFill>
              </a:rPr>
              <a:t> </a:t>
            </a:r>
            <a:r>
              <a:rPr lang="en-US" dirty="0" err="1">
                <a:solidFill>
                  <a:schemeClr val="tx1"/>
                </a:solidFill>
              </a:rPr>
              <a:t>dữ</a:t>
            </a:r>
            <a:r>
              <a:rPr lang="en-US" dirty="0">
                <a:solidFill>
                  <a:schemeClr val="tx1"/>
                </a:solidFill>
              </a:rPr>
              <a:t> </a:t>
            </a:r>
            <a:r>
              <a:rPr lang="en-US" dirty="0" err="1">
                <a:solidFill>
                  <a:schemeClr val="tx1"/>
                </a:solidFill>
              </a:rPr>
              <a:t>liệu</a:t>
            </a:r>
            <a:r>
              <a:rPr lang="en-US" dirty="0">
                <a:solidFill>
                  <a:schemeClr val="tx1"/>
                </a:solidFill>
              </a:rPr>
              <a:t> </a:t>
            </a:r>
            <a:r>
              <a:rPr lang="en-US" dirty="0" err="1">
                <a:solidFill>
                  <a:schemeClr val="tx1"/>
                </a:solidFill>
              </a:rPr>
              <a:t>và</a:t>
            </a:r>
            <a:r>
              <a:rPr lang="en-US" dirty="0">
                <a:solidFill>
                  <a:schemeClr val="tx1"/>
                </a:solidFill>
              </a:rPr>
              <a:t> </a:t>
            </a:r>
            <a:r>
              <a:rPr lang="en-US" dirty="0" err="1">
                <a:solidFill>
                  <a:schemeClr val="tx1"/>
                </a:solidFill>
              </a:rPr>
              <a:t>trực</a:t>
            </a:r>
            <a:r>
              <a:rPr lang="en-US" dirty="0">
                <a:solidFill>
                  <a:schemeClr val="tx1"/>
                </a:solidFill>
              </a:rPr>
              <a:t> </a:t>
            </a:r>
            <a:r>
              <a:rPr lang="en-US" dirty="0" err="1">
                <a:solidFill>
                  <a:schemeClr val="tx1"/>
                </a:solidFill>
              </a:rPr>
              <a:t>quan</a:t>
            </a:r>
            <a:r>
              <a:rPr lang="en-US" dirty="0">
                <a:solidFill>
                  <a:schemeClr val="tx1"/>
                </a:solidFill>
              </a:rPr>
              <a:t> </a:t>
            </a:r>
            <a:r>
              <a:rPr lang="en-US" dirty="0" err="1">
                <a:solidFill>
                  <a:schemeClr val="tx1"/>
                </a:solidFill>
              </a:rPr>
              <a:t>hóa</a:t>
            </a:r>
            <a:r>
              <a:rPr lang="en-US" dirty="0">
                <a:solidFill>
                  <a:schemeClr val="tx1"/>
                </a:solidFill>
              </a:rPr>
              <a:t> </a:t>
            </a:r>
            <a:r>
              <a:rPr lang="en-US" dirty="0" err="1">
                <a:solidFill>
                  <a:schemeClr val="tx1"/>
                </a:solidFill>
              </a:rPr>
              <a:t>kết</a:t>
            </a:r>
            <a:r>
              <a:rPr lang="en-US" dirty="0">
                <a:solidFill>
                  <a:schemeClr val="tx1"/>
                </a:solidFill>
              </a:rPr>
              <a:t> </a:t>
            </a:r>
            <a:r>
              <a:rPr lang="en-US" dirty="0" err="1">
                <a:solidFill>
                  <a:schemeClr val="tx1"/>
                </a:solidFill>
              </a:rPr>
              <a:t>quả</a:t>
            </a:r>
            <a:r>
              <a:rPr lang="en-US" dirty="0">
                <a:solidFill>
                  <a:schemeClr val="tx1"/>
                </a:solidFill>
              </a:rPr>
              <a:t> </a:t>
            </a:r>
            <a:r>
              <a:rPr lang="en-US" dirty="0" err="1">
                <a:solidFill>
                  <a:schemeClr val="tx1"/>
                </a:solidFill>
              </a:rPr>
              <a:t>huấn</a:t>
            </a:r>
            <a:r>
              <a:rPr lang="en-US" dirty="0">
                <a:solidFill>
                  <a:schemeClr val="tx1"/>
                </a:solidFill>
              </a:rPr>
              <a:t> </a:t>
            </a:r>
            <a:r>
              <a:rPr lang="en-US" dirty="0" err="1">
                <a:solidFill>
                  <a:schemeClr val="tx1"/>
                </a:solidFill>
              </a:rPr>
              <a:t>luyện</a:t>
            </a:r>
            <a:endParaRPr lang="en-US" dirty="0">
              <a:solidFill>
                <a:schemeClr val="tx1"/>
              </a:solidFill>
            </a:endParaRPr>
          </a:p>
        </p:txBody>
      </p:sp>
      <p:sp>
        <p:nvSpPr>
          <p:cNvPr id="14" name="Rectangle: Rounded Corners 13">
            <a:extLst>
              <a:ext uri="{FF2B5EF4-FFF2-40B4-BE49-F238E27FC236}">
                <a16:creationId xmlns:a16="http://schemas.microsoft.com/office/drawing/2014/main" id="{91D31889-E00C-8B7C-3CDC-84BE3DAD97C7}"/>
              </a:ext>
            </a:extLst>
          </p:cNvPr>
          <p:cNvSpPr/>
          <p:nvPr/>
        </p:nvSpPr>
        <p:spPr>
          <a:xfrm>
            <a:off x="6920204" y="2338035"/>
            <a:ext cx="3937518" cy="14835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b="1" dirty="0">
                <a:solidFill>
                  <a:schemeClr val="tx1"/>
                </a:solidFill>
              </a:rPr>
              <a:t>TensorFlow &amp; Keras</a:t>
            </a:r>
          </a:p>
          <a:p>
            <a:pPr algn="just"/>
            <a:r>
              <a:rPr lang="vi-VN" dirty="0">
                <a:solidFill>
                  <a:schemeClr val="tx1"/>
                </a:solidFill>
              </a:rPr>
              <a:t>Thư viện học sâu cho xây dựng và huấn luyện mô hình</a:t>
            </a:r>
          </a:p>
        </p:txBody>
      </p:sp>
    </p:spTree>
    <p:extLst>
      <p:ext uri="{BB962C8B-B14F-4D97-AF65-F5344CB8AC3E}">
        <p14:creationId xmlns:p14="http://schemas.microsoft.com/office/powerpoint/2010/main" val="3332674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2A5AC7C-5AD8-8A0E-2975-33C64B55E1F3}"/>
              </a:ext>
            </a:extLst>
          </p:cNvPr>
          <p:cNvSpPr txBox="1"/>
          <p:nvPr/>
        </p:nvSpPr>
        <p:spPr>
          <a:xfrm>
            <a:off x="1595535" y="989112"/>
            <a:ext cx="6158204" cy="477054"/>
          </a:xfrm>
          <a:prstGeom prst="rect">
            <a:avLst/>
          </a:prstGeom>
          <a:noFill/>
        </p:spPr>
        <p:txBody>
          <a:bodyPr wrap="square">
            <a:spAutoFit/>
          </a:bodyPr>
          <a:lstStyle/>
          <a:p>
            <a:pPr>
              <a:buNone/>
            </a:pPr>
            <a:r>
              <a:rPr lang="en-US" sz="2500" b="1" dirty="0" err="1"/>
              <a:t>Kết</a:t>
            </a:r>
            <a:r>
              <a:rPr lang="en-US" sz="2500" b="1" dirty="0"/>
              <a:t> </a:t>
            </a:r>
            <a:r>
              <a:rPr lang="en-US" sz="2500" b="1" dirty="0" err="1"/>
              <a:t>Quả</a:t>
            </a:r>
            <a:r>
              <a:rPr lang="en-US" sz="2500" b="1" dirty="0"/>
              <a:t> </a:t>
            </a:r>
            <a:r>
              <a:rPr lang="en-US" sz="2500" b="1" dirty="0" err="1"/>
              <a:t>Huấn</a:t>
            </a:r>
            <a:r>
              <a:rPr lang="en-US" sz="2500" b="1" dirty="0"/>
              <a:t> </a:t>
            </a:r>
            <a:r>
              <a:rPr lang="en-US" sz="2500" b="1" dirty="0" err="1"/>
              <a:t>Luyện</a:t>
            </a:r>
            <a:endParaRPr lang="en-US" sz="2500" b="1" dirty="0"/>
          </a:p>
        </p:txBody>
      </p:sp>
      <p:sp>
        <p:nvSpPr>
          <p:cNvPr id="7" name="TextBox 6">
            <a:extLst>
              <a:ext uri="{FF2B5EF4-FFF2-40B4-BE49-F238E27FC236}">
                <a16:creationId xmlns:a16="http://schemas.microsoft.com/office/drawing/2014/main" id="{EAB87F71-C2E6-3D0A-0DCC-E4B24DCDBBAF}"/>
              </a:ext>
            </a:extLst>
          </p:cNvPr>
          <p:cNvSpPr txBox="1"/>
          <p:nvPr/>
        </p:nvSpPr>
        <p:spPr>
          <a:xfrm>
            <a:off x="1073021" y="1842758"/>
            <a:ext cx="4864040" cy="954107"/>
          </a:xfrm>
          <a:prstGeom prst="rect">
            <a:avLst/>
          </a:prstGeom>
          <a:noFill/>
        </p:spPr>
        <p:txBody>
          <a:bodyPr wrap="square">
            <a:spAutoFit/>
          </a:bodyPr>
          <a:lstStyle/>
          <a:p>
            <a:pPr>
              <a:buNone/>
            </a:pPr>
            <a:r>
              <a:rPr lang="vi-VN" b="1" dirty="0"/>
              <a:t>Độ Chính Xác Tăng Dần</a:t>
            </a:r>
          </a:p>
          <a:p>
            <a:pPr marL="285750" indent="-285750">
              <a:buFont typeface="Arial" panose="020B0604020202020204" pitchFamily="34" charset="0"/>
              <a:buChar char="•"/>
            </a:pPr>
            <a:r>
              <a:rPr lang="vi-VN" dirty="0"/>
              <a:t>Accuracy trên tập huấn luyện tăng đều theo số epoch, cho thấy mô hình đang học được các đặc trưng từ dữ liệu</a:t>
            </a:r>
          </a:p>
        </p:txBody>
      </p:sp>
      <p:sp>
        <p:nvSpPr>
          <p:cNvPr id="9" name="TextBox 8">
            <a:extLst>
              <a:ext uri="{FF2B5EF4-FFF2-40B4-BE49-F238E27FC236}">
                <a16:creationId xmlns:a16="http://schemas.microsoft.com/office/drawing/2014/main" id="{928FA57A-A3F6-7DF0-5AD6-216463061797}"/>
              </a:ext>
            </a:extLst>
          </p:cNvPr>
          <p:cNvSpPr txBox="1"/>
          <p:nvPr/>
        </p:nvSpPr>
        <p:spPr>
          <a:xfrm>
            <a:off x="1073021" y="2946155"/>
            <a:ext cx="4864040" cy="738664"/>
          </a:xfrm>
          <a:prstGeom prst="rect">
            <a:avLst/>
          </a:prstGeom>
          <a:noFill/>
        </p:spPr>
        <p:txBody>
          <a:bodyPr wrap="square">
            <a:spAutoFit/>
          </a:bodyPr>
          <a:lstStyle/>
          <a:p>
            <a:pPr>
              <a:buNone/>
            </a:pPr>
            <a:r>
              <a:rPr lang="en-US" b="1" dirty="0" err="1"/>
              <a:t>Ổn</a:t>
            </a:r>
            <a:r>
              <a:rPr lang="en-US" b="1" dirty="0"/>
              <a:t> Định Sau Giai </a:t>
            </a:r>
            <a:r>
              <a:rPr lang="en-US" b="1" dirty="0" err="1"/>
              <a:t>Đoạn</a:t>
            </a:r>
            <a:r>
              <a:rPr lang="en-US" b="1" dirty="0"/>
              <a:t> </a:t>
            </a:r>
            <a:r>
              <a:rPr lang="en-US" b="1" dirty="0" err="1"/>
              <a:t>Đầu</a:t>
            </a:r>
            <a:endParaRPr lang="en-US" b="1" dirty="0"/>
          </a:p>
          <a:p>
            <a:pPr marL="285750" indent="-285750">
              <a:buFont typeface="Arial" panose="020B0604020202020204" pitchFamily="34" charset="0"/>
              <a:buChar char="•"/>
            </a:pPr>
            <a:r>
              <a:rPr lang="en-US" dirty="0"/>
              <a:t>Accuracy </a:t>
            </a:r>
            <a:r>
              <a:rPr lang="en-US" dirty="0" err="1"/>
              <a:t>trên</a:t>
            </a:r>
            <a:r>
              <a:rPr lang="en-US" dirty="0"/>
              <a:t> </a:t>
            </a:r>
            <a:r>
              <a:rPr lang="en-US" dirty="0" err="1"/>
              <a:t>tập</a:t>
            </a:r>
            <a:r>
              <a:rPr lang="en-US" dirty="0"/>
              <a:t> validation </a:t>
            </a:r>
            <a:r>
              <a:rPr lang="en-US" dirty="0" err="1"/>
              <a:t>cũng</a:t>
            </a:r>
            <a:r>
              <a:rPr lang="en-US" dirty="0"/>
              <a:t> </a:t>
            </a:r>
            <a:r>
              <a:rPr lang="en-US" dirty="0" err="1"/>
              <a:t>tăng</a:t>
            </a:r>
            <a:r>
              <a:rPr lang="en-US" dirty="0"/>
              <a:t> </a:t>
            </a:r>
            <a:r>
              <a:rPr lang="en-US" dirty="0" err="1"/>
              <a:t>và</a:t>
            </a:r>
            <a:r>
              <a:rPr lang="en-US" dirty="0"/>
              <a:t> </a:t>
            </a:r>
            <a:r>
              <a:rPr lang="en-US" dirty="0" err="1"/>
              <a:t>ổn</a:t>
            </a:r>
            <a:r>
              <a:rPr lang="en-US" dirty="0"/>
              <a:t> </a:t>
            </a:r>
            <a:r>
              <a:rPr lang="en-US" dirty="0" err="1"/>
              <a:t>định</a:t>
            </a:r>
            <a:r>
              <a:rPr lang="en-US" dirty="0"/>
              <a:t> </a:t>
            </a:r>
            <a:r>
              <a:rPr lang="en-US" dirty="0" err="1"/>
              <a:t>sau</a:t>
            </a:r>
            <a:r>
              <a:rPr lang="en-US" dirty="0"/>
              <a:t> </a:t>
            </a:r>
            <a:r>
              <a:rPr lang="en-US" dirty="0" err="1"/>
              <a:t>một</a:t>
            </a:r>
            <a:r>
              <a:rPr lang="en-US" dirty="0"/>
              <a:t> </a:t>
            </a:r>
            <a:r>
              <a:rPr lang="en-US" dirty="0" err="1"/>
              <a:t>số</a:t>
            </a:r>
            <a:r>
              <a:rPr lang="en-US" dirty="0"/>
              <a:t> epoch </a:t>
            </a:r>
            <a:r>
              <a:rPr lang="en-US" dirty="0" err="1"/>
              <a:t>đầu</a:t>
            </a:r>
            <a:r>
              <a:rPr lang="en-US" dirty="0"/>
              <a:t> </a:t>
            </a:r>
            <a:r>
              <a:rPr lang="en-US" dirty="0" err="1"/>
              <a:t>tiên</a:t>
            </a:r>
            <a:endParaRPr lang="en-US" dirty="0"/>
          </a:p>
        </p:txBody>
      </p:sp>
      <p:sp>
        <p:nvSpPr>
          <p:cNvPr id="11" name="TextBox 10">
            <a:extLst>
              <a:ext uri="{FF2B5EF4-FFF2-40B4-BE49-F238E27FC236}">
                <a16:creationId xmlns:a16="http://schemas.microsoft.com/office/drawing/2014/main" id="{D23E7A1D-991F-9FB7-C47D-FAECCECE0E7E}"/>
              </a:ext>
            </a:extLst>
          </p:cNvPr>
          <p:cNvSpPr txBox="1"/>
          <p:nvPr/>
        </p:nvSpPr>
        <p:spPr>
          <a:xfrm>
            <a:off x="1115009" y="3997338"/>
            <a:ext cx="4822052" cy="738664"/>
          </a:xfrm>
          <a:prstGeom prst="rect">
            <a:avLst/>
          </a:prstGeom>
          <a:noFill/>
        </p:spPr>
        <p:txBody>
          <a:bodyPr wrap="square">
            <a:spAutoFit/>
          </a:bodyPr>
          <a:lstStyle/>
          <a:p>
            <a:pPr>
              <a:buNone/>
            </a:pPr>
            <a:r>
              <a:rPr lang="en-US" b="1" dirty="0" err="1"/>
              <a:t>Khả</a:t>
            </a:r>
            <a:r>
              <a:rPr lang="en-US" b="1" dirty="0"/>
              <a:t> </a:t>
            </a:r>
            <a:r>
              <a:rPr lang="en-US" b="1" dirty="0" err="1"/>
              <a:t>Năng</a:t>
            </a:r>
            <a:r>
              <a:rPr lang="en-US" b="1" dirty="0"/>
              <a:t> </a:t>
            </a:r>
            <a:r>
              <a:rPr lang="en-US" b="1" dirty="0" err="1"/>
              <a:t>Tổng</a:t>
            </a:r>
            <a:r>
              <a:rPr lang="en-US" b="1" dirty="0"/>
              <a:t> </a:t>
            </a:r>
            <a:r>
              <a:rPr lang="en-US" b="1" dirty="0" err="1"/>
              <a:t>Quát</a:t>
            </a:r>
            <a:r>
              <a:rPr lang="en-US" b="1" dirty="0"/>
              <a:t> </a:t>
            </a:r>
            <a:r>
              <a:rPr lang="en-US" b="1" dirty="0" err="1"/>
              <a:t>Hóa</a:t>
            </a:r>
            <a:endParaRPr lang="en-US" b="1" dirty="0"/>
          </a:p>
          <a:p>
            <a:pPr marL="285750" indent="-285750">
              <a:buFont typeface="Arial" panose="020B0604020202020204" pitchFamily="34" charset="0"/>
              <a:buChar char="•"/>
            </a:pPr>
            <a:r>
              <a:rPr lang="en-US" dirty="0"/>
              <a:t>Hiệu </a:t>
            </a:r>
            <a:r>
              <a:rPr lang="en-US" dirty="0" err="1"/>
              <a:t>suất</a:t>
            </a:r>
            <a:r>
              <a:rPr lang="en-US" dirty="0"/>
              <a:t> </a:t>
            </a:r>
            <a:r>
              <a:rPr lang="en-US" dirty="0" err="1"/>
              <a:t>trên</a:t>
            </a:r>
            <a:r>
              <a:rPr lang="en-US" dirty="0"/>
              <a:t> </a:t>
            </a:r>
            <a:r>
              <a:rPr lang="en-US" dirty="0" err="1"/>
              <a:t>tập</a:t>
            </a:r>
            <a:r>
              <a:rPr lang="en-US" dirty="0"/>
              <a:t> validation </a:t>
            </a:r>
            <a:r>
              <a:rPr lang="en-US" dirty="0" err="1"/>
              <a:t>cho</a:t>
            </a:r>
            <a:r>
              <a:rPr lang="en-US" dirty="0"/>
              <a:t> </a:t>
            </a:r>
            <a:r>
              <a:rPr lang="en-US" dirty="0" err="1"/>
              <a:t>thấy</a:t>
            </a:r>
            <a:r>
              <a:rPr lang="en-US" dirty="0"/>
              <a:t> </a:t>
            </a:r>
            <a:r>
              <a:rPr lang="en-US" dirty="0" err="1"/>
              <a:t>mô</a:t>
            </a:r>
            <a:r>
              <a:rPr lang="en-US" dirty="0"/>
              <a:t> </a:t>
            </a:r>
            <a:r>
              <a:rPr lang="en-US" dirty="0" err="1"/>
              <a:t>hình</a:t>
            </a:r>
            <a:r>
              <a:rPr lang="en-US" dirty="0"/>
              <a:t> </a:t>
            </a:r>
            <a:r>
              <a:rPr lang="en-US" dirty="0" err="1"/>
              <a:t>có</a:t>
            </a:r>
            <a:r>
              <a:rPr lang="en-US" dirty="0"/>
              <a:t> </a:t>
            </a:r>
            <a:r>
              <a:rPr lang="en-US" dirty="0" err="1"/>
              <a:t>khả</a:t>
            </a:r>
            <a:r>
              <a:rPr lang="en-US" dirty="0"/>
              <a:t> </a:t>
            </a:r>
            <a:r>
              <a:rPr lang="en-US" dirty="0" err="1"/>
              <a:t>năng</a:t>
            </a:r>
            <a:r>
              <a:rPr lang="en-US" dirty="0"/>
              <a:t> </a:t>
            </a:r>
            <a:r>
              <a:rPr lang="en-US" dirty="0" err="1"/>
              <a:t>tổng</a:t>
            </a:r>
            <a:r>
              <a:rPr lang="en-US" dirty="0"/>
              <a:t> </a:t>
            </a:r>
            <a:r>
              <a:rPr lang="en-US" dirty="0" err="1"/>
              <a:t>quát</a:t>
            </a:r>
            <a:r>
              <a:rPr lang="en-US" dirty="0"/>
              <a:t> </a:t>
            </a:r>
            <a:r>
              <a:rPr lang="en-US" dirty="0" err="1"/>
              <a:t>hóa</a:t>
            </a:r>
            <a:r>
              <a:rPr lang="en-US" dirty="0"/>
              <a:t> </a:t>
            </a:r>
            <a:r>
              <a:rPr lang="en-US" dirty="0" err="1"/>
              <a:t>tốt</a:t>
            </a:r>
            <a:r>
              <a:rPr lang="en-US" dirty="0"/>
              <a:t>, </a:t>
            </a:r>
            <a:r>
              <a:rPr lang="en-US" dirty="0" err="1"/>
              <a:t>không</a:t>
            </a:r>
            <a:r>
              <a:rPr lang="en-US" dirty="0"/>
              <a:t> </a:t>
            </a:r>
            <a:r>
              <a:rPr lang="en-US" dirty="0" err="1"/>
              <a:t>bị</a:t>
            </a:r>
            <a:r>
              <a:rPr lang="en-US" dirty="0"/>
              <a:t> overfitting</a:t>
            </a:r>
          </a:p>
        </p:txBody>
      </p:sp>
      <p:pic>
        <p:nvPicPr>
          <p:cNvPr id="12" name="Picture 11">
            <a:extLst>
              <a:ext uri="{FF2B5EF4-FFF2-40B4-BE49-F238E27FC236}">
                <a16:creationId xmlns:a16="http://schemas.microsoft.com/office/drawing/2014/main" id="{B3FB4943-4B07-CD2B-5029-813901BD2A7F}"/>
              </a:ext>
            </a:extLst>
          </p:cNvPr>
          <p:cNvPicPr>
            <a:picLocks noChangeAspect="1"/>
          </p:cNvPicPr>
          <p:nvPr/>
        </p:nvPicPr>
        <p:blipFill>
          <a:blip r:embed="rId2"/>
          <a:stretch>
            <a:fillRect/>
          </a:stretch>
        </p:blipFill>
        <p:spPr>
          <a:xfrm>
            <a:off x="5937061" y="1636944"/>
            <a:ext cx="5487035" cy="4095750"/>
          </a:xfrm>
          <a:prstGeom prst="rect">
            <a:avLst/>
          </a:prstGeom>
        </p:spPr>
      </p:pic>
      <p:sp>
        <p:nvSpPr>
          <p:cNvPr id="13" name="Rectangle 12">
            <a:extLst>
              <a:ext uri="{FF2B5EF4-FFF2-40B4-BE49-F238E27FC236}">
                <a16:creationId xmlns:a16="http://schemas.microsoft.com/office/drawing/2014/main" id="{A11F026F-9630-565E-0FAB-938EECAF7250}"/>
              </a:ext>
            </a:extLst>
          </p:cNvPr>
          <p:cNvSpPr/>
          <p:nvPr/>
        </p:nvSpPr>
        <p:spPr>
          <a:xfrm rot="2691659">
            <a:off x="10833095" y="4481138"/>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99DE1859-974B-B0A9-832C-1AEEAED0BCE9}"/>
              </a:ext>
            </a:extLst>
          </p:cNvPr>
          <p:cNvSpPr/>
          <p:nvPr/>
        </p:nvSpPr>
        <p:spPr>
          <a:xfrm rot="2691659">
            <a:off x="825973" y="-169534"/>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endParaRPr>
          </a:p>
        </p:txBody>
      </p:sp>
    </p:spTree>
    <p:extLst>
      <p:ext uri="{BB962C8B-B14F-4D97-AF65-F5344CB8AC3E}">
        <p14:creationId xmlns:p14="http://schemas.microsoft.com/office/powerpoint/2010/main" val="2193500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0">
            <a:extLst>
              <a:ext uri="{FF2B5EF4-FFF2-40B4-BE49-F238E27FC236}">
                <a16:creationId xmlns:a16="http://schemas.microsoft.com/office/drawing/2014/main" id="{84213C50-C031-41E6-1AB8-0AF1796E399B}"/>
              </a:ext>
            </a:extLst>
          </p:cNvPr>
          <p:cNvSpPr/>
          <p:nvPr/>
        </p:nvSpPr>
        <p:spPr>
          <a:xfrm>
            <a:off x="4031510" y="737821"/>
            <a:ext cx="7556421" cy="1240155"/>
          </a:xfrm>
          <a:prstGeom prst="rect">
            <a:avLst/>
          </a:prstGeom>
          <a:noFill/>
          <a:ln/>
        </p:spPr>
        <p:txBody>
          <a:bodyPr wrap="square" lIns="0" tIns="0" rIns="0" bIns="0" rtlCol="0" anchor="t"/>
          <a:lstStyle/>
          <a:p>
            <a:pPr marL="0" indent="0" algn="l">
              <a:lnSpc>
                <a:spcPct val="150000"/>
              </a:lnSpc>
              <a:buNone/>
            </a:pPr>
            <a:r>
              <a:rPr lang="en-US" sz="3600" b="1" dirty="0">
                <a:solidFill>
                  <a:srgbClr val="161613"/>
                </a:solidFill>
                <a:latin typeface="Times New Roman" panose="02020603050405020304" pitchFamily="18" charset="0"/>
                <a:ea typeface="DM Sans Medium" pitchFamily="34" charset="-122"/>
                <a:cs typeface="Times New Roman" panose="02020603050405020304" pitchFamily="18" charset="0"/>
              </a:rPr>
              <a:t>MA TRẬN NHẦM LẪN</a:t>
            </a:r>
            <a:endParaRPr lang="en-US" sz="36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B6127D5-5E88-6D41-6288-DE4D4AE9FB78}"/>
              </a:ext>
            </a:extLst>
          </p:cNvPr>
          <p:cNvSpPr txBox="1"/>
          <p:nvPr/>
        </p:nvSpPr>
        <p:spPr>
          <a:xfrm>
            <a:off x="1306285" y="1978165"/>
            <a:ext cx="9890450" cy="307777"/>
          </a:xfrm>
          <a:prstGeom prst="rect">
            <a:avLst/>
          </a:prstGeom>
          <a:noFill/>
        </p:spPr>
        <p:txBody>
          <a:bodyPr wrap="square">
            <a:spAutoFit/>
          </a:bodyPr>
          <a:lstStyle/>
          <a:p>
            <a:pPr>
              <a:buNone/>
            </a:pPr>
            <a:r>
              <a:rPr lang="vi-VN" dirty="0"/>
              <a:t>Ma trận nhầm lẫn cho thấy các lớp chính được phân loại khá chính xác, với phần lớn dự đoán nằm trên đường chéo chính.</a:t>
            </a:r>
          </a:p>
        </p:txBody>
      </p:sp>
      <p:sp>
        <p:nvSpPr>
          <p:cNvPr id="10" name="Rectangle: Rounded Corners 9">
            <a:extLst>
              <a:ext uri="{FF2B5EF4-FFF2-40B4-BE49-F238E27FC236}">
                <a16:creationId xmlns:a16="http://schemas.microsoft.com/office/drawing/2014/main" id="{FEB48A61-328E-F031-B1C0-CBEAECEEBAAD}"/>
              </a:ext>
            </a:extLst>
          </p:cNvPr>
          <p:cNvSpPr/>
          <p:nvPr/>
        </p:nvSpPr>
        <p:spPr>
          <a:xfrm>
            <a:off x="1483567" y="2593910"/>
            <a:ext cx="9199984" cy="1287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b="1">
                <a:solidFill>
                  <a:schemeClr val="tx1"/>
                </a:solidFill>
              </a:rPr>
              <a:t>Giống Chó</a:t>
            </a:r>
          </a:p>
          <a:p>
            <a:r>
              <a:rPr lang="vi-VN">
                <a:solidFill>
                  <a:schemeClr val="tx1"/>
                </a:solidFill>
              </a:rPr>
              <a:t>Những giống chó có ngoại hình tương tự như Beagle và Pug đôi khi bị nhầm lẫn do đặc điểm khuôn mặt và kích thước gần giống nhau</a:t>
            </a:r>
          </a:p>
        </p:txBody>
      </p:sp>
      <p:sp>
        <p:nvSpPr>
          <p:cNvPr id="11" name="Rectangle: Rounded Corners 10">
            <a:extLst>
              <a:ext uri="{FF2B5EF4-FFF2-40B4-BE49-F238E27FC236}">
                <a16:creationId xmlns:a16="http://schemas.microsoft.com/office/drawing/2014/main" id="{747903C1-4EFA-47DA-79D8-2F4DBBDD8EAF}"/>
              </a:ext>
            </a:extLst>
          </p:cNvPr>
          <p:cNvSpPr/>
          <p:nvPr/>
        </p:nvSpPr>
        <p:spPr>
          <a:xfrm>
            <a:off x="1483567" y="4186335"/>
            <a:ext cx="9199984" cy="1287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b="1" dirty="0">
                <a:solidFill>
                  <a:schemeClr val="tx1"/>
                </a:solidFill>
              </a:rPr>
              <a:t>Giống Mèo</a:t>
            </a:r>
          </a:p>
          <a:p>
            <a:r>
              <a:rPr lang="vi-VN" dirty="0">
                <a:solidFill>
                  <a:schemeClr val="tx1"/>
                </a:solidFill>
              </a:rPr>
              <a:t>Các giống mèo có màu lông và hoa văn tương tự như Maine Coon và Bengal dễ bị nhầm lẫn trong quá trình phân loại</a:t>
            </a:r>
          </a:p>
        </p:txBody>
      </p:sp>
      <p:sp>
        <p:nvSpPr>
          <p:cNvPr id="12" name="Rectangle 11">
            <a:extLst>
              <a:ext uri="{FF2B5EF4-FFF2-40B4-BE49-F238E27FC236}">
                <a16:creationId xmlns:a16="http://schemas.microsoft.com/office/drawing/2014/main" id="{4735286A-AA95-0264-BFB4-52D8DDA647DA}"/>
              </a:ext>
            </a:extLst>
          </p:cNvPr>
          <p:cNvSpPr/>
          <p:nvPr/>
        </p:nvSpPr>
        <p:spPr>
          <a:xfrm rot="2691659">
            <a:off x="825973" y="-169534"/>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endParaRPr>
          </a:p>
        </p:txBody>
      </p:sp>
      <p:sp>
        <p:nvSpPr>
          <p:cNvPr id="13" name="Rectangle 12">
            <a:extLst>
              <a:ext uri="{FF2B5EF4-FFF2-40B4-BE49-F238E27FC236}">
                <a16:creationId xmlns:a16="http://schemas.microsoft.com/office/drawing/2014/main" id="{C9646D4E-CB15-73C3-5D3A-8CBD8B960F41}"/>
              </a:ext>
            </a:extLst>
          </p:cNvPr>
          <p:cNvSpPr/>
          <p:nvPr/>
        </p:nvSpPr>
        <p:spPr>
          <a:xfrm rot="2691659">
            <a:off x="10833095" y="4481138"/>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9325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3B8A96B2-B8DD-DA83-CF37-D1DAD0F0212E}"/>
              </a:ext>
            </a:extLst>
          </p:cNvPr>
          <p:cNvSpPr txBox="1"/>
          <p:nvPr/>
        </p:nvSpPr>
        <p:spPr>
          <a:xfrm>
            <a:off x="4133461" y="690532"/>
            <a:ext cx="6158204" cy="646331"/>
          </a:xfrm>
          <a:prstGeom prst="rect">
            <a:avLst/>
          </a:prstGeom>
          <a:noFill/>
        </p:spPr>
        <p:txBody>
          <a:bodyPr wrap="square">
            <a:spAutoFit/>
          </a:bodyPr>
          <a:lstStyle/>
          <a:p>
            <a:pPr>
              <a:buNone/>
            </a:pPr>
            <a:r>
              <a:rPr lang="en-US" sz="3600" b="1" dirty="0" err="1">
                <a:latin typeface="Times New Roman" panose="02020603050405020304" pitchFamily="18" charset="0"/>
                <a:cs typeface="Times New Roman" panose="02020603050405020304" pitchFamily="18" charset="0"/>
              </a:rPr>
              <a:t>Tổng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Kết</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Kết</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Quả</a:t>
            </a:r>
            <a:endParaRPr lang="en-US" sz="3600" b="1" dirty="0">
              <a:latin typeface="Times New Roman" panose="02020603050405020304" pitchFamily="18" charset="0"/>
              <a:cs typeface="Times New Roman" panose="02020603050405020304" pitchFamily="18" charset="0"/>
            </a:endParaRPr>
          </a:p>
        </p:txBody>
      </p:sp>
      <p:sp>
        <p:nvSpPr>
          <p:cNvPr id="17" name="Rectangle: Rounded Corners 16">
            <a:extLst>
              <a:ext uri="{FF2B5EF4-FFF2-40B4-BE49-F238E27FC236}">
                <a16:creationId xmlns:a16="http://schemas.microsoft.com/office/drawing/2014/main" id="{7651584A-7397-9D6C-6764-3B338BD5897A}"/>
              </a:ext>
            </a:extLst>
          </p:cNvPr>
          <p:cNvSpPr/>
          <p:nvPr/>
        </p:nvSpPr>
        <p:spPr>
          <a:xfrm>
            <a:off x="800099" y="2453952"/>
            <a:ext cx="3461657" cy="2388636"/>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US" b="1">
                <a:solidFill>
                  <a:schemeClr val="tx1"/>
                </a:solidFill>
              </a:rPr>
              <a:t>Hiệu Suất Cao</a:t>
            </a:r>
          </a:p>
          <a:p>
            <a:r>
              <a:rPr lang="en-US">
                <a:solidFill>
                  <a:schemeClr val="tx1"/>
                </a:solidFill>
              </a:rPr>
              <a:t>Độ chính xác </a:t>
            </a:r>
            <a:r>
              <a:rPr lang="en-US" b="1">
                <a:solidFill>
                  <a:schemeClr val="tx1"/>
                </a:solidFill>
              </a:rPr>
              <a:t>93%</a:t>
            </a:r>
            <a:r>
              <a:rPr lang="en-US">
                <a:solidFill>
                  <a:schemeClr val="tx1"/>
                </a:solidFill>
              </a:rPr>
              <a:t> cho thấy mô hình hoạt động hiệu quả trong việc nhận dạng 10 giống chó mèo</a:t>
            </a:r>
          </a:p>
        </p:txBody>
      </p:sp>
      <p:sp>
        <p:nvSpPr>
          <p:cNvPr id="18" name="Rectangle: Rounded Corners 17">
            <a:extLst>
              <a:ext uri="{FF2B5EF4-FFF2-40B4-BE49-F238E27FC236}">
                <a16:creationId xmlns:a16="http://schemas.microsoft.com/office/drawing/2014/main" id="{B1D97ECA-FEB5-11B7-DD60-D043DFB4441D}"/>
              </a:ext>
            </a:extLst>
          </p:cNvPr>
          <p:cNvSpPr/>
          <p:nvPr/>
        </p:nvSpPr>
        <p:spPr>
          <a:xfrm>
            <a:off x="4365171" y="2453952"/>
            <a:ext cx="3461657" cy="2388636"/>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US" b="1" dirty="0" err="1">
                <a:solidFill>
                  <a:schemeClr val="tx1"/>
                </a:solidFill>
              </a:rPr>
              <a:t>Khả</a:t>
            </a:r>
            <a:r>
              <a:rPr lang="en-US" b="1" dirty="0">
                <a:solidFill>
                  <a:schemeClr val="tx1"/>
                </a:solidFill>
              </a:rPr>
              <a:t> </a:t>
            </a:r>
            <a:r>
              <a:rPr lang="en-US" b="1" dirty="0" err="1">
                <a:solidFill>
                  <a:schemeClr val="tx1"/>
                </a:solidFill>
              </a:rPr>
              <a:t>Năng</a:t>
            </a:r>
            <a:r>
              <a:rPr lang="en-US" b="1" dirty="0">
                <a:solidFill>
                  <a:schemeClr val="tx1"/>
                </a:solidFill>
              </a:rPr>
              <a:t> </a:t>
            </a:r>
            <a:r>
              <a:rPr lang="en-US" b="1" dirty="0" err="1">
                <a:solidFill>
                  <a:schemeClr val="tx1"/>
                </a:solidFill>
              </a:rPr>
              <a:t>Tổng</a:t>
            </a:r>
            <a:r>
              <a:rPr lang="en-US" b="1" dirty="0">
                <a:solidFill>
                  <a:schemeClr val="tx1"/>
                </a:solidFill>
              </a:rPr>
              <a:t> </a:t>
            </a:r>
            <a:r>
              <a:rPr lang="en-US" b="1" dirty="0" err="1">
                <a:solidFill>
                  <a:schemeClr val="tx1"/>
                </a:solidFill>
              </a:rPr>
              <a:t>Quát</a:t>
            </a:r>
            <a:endParaRPr lang="en-US" b="1" dirty="0">
              <a:solidFill>
                <a:schemeClr val="tx1"/>
              </a:solidFill>
            </a:endParaRPr>
          </a:p>
          <a:p>
            <a:r>
              <a:rPr lang="en-US" dirty="0">
                <a:solidFill>
                  <a:schemeClr val="tx1"/>
                </a:solidFill>
              </a:rPr>
              <a:t>Model </a:t>
            </a:r>
            <a:r>
              <a:rPr lang="en-US" dirty="0" err="1">
                <a:solidFill>
                  <a:schemeClr val="tx1"/>
                </a:solidFill>
              </a:rPr>
              <a:t>học</a:t>
            </a:r>
            <a:r>
              <a:rPr lang="en-US" dirty="0">
                <a:solidFill>
                  <a:schemeClr val="tx1"/>
                </a:solidFill>
              </a:rPr>
              <a:t> </a:t>
            </a:r>
            <a:r>
              <a:rPr lang="en-US" dirty="0" err="1">
                <a:solidFill>
                  <a:schemeClr val="tx1"/>
                </a:solidFill>
              </a:rPr>
              <a:t>tốt</a:t>
            </a:r>
            <a:r>
              <a:rPr lang="en-US" dirty="0">
                <a:solidFill>
                  <a:schemeClr val="tx1"/>
                </a:solidFill>
              </a:rPr>
              <a:t> </a:t>
            </a:r>
            <a:r>
              <a:rPr lang="en-US" dirty="0" err="1">
                <a:solidFill>
                  <a:schemeClr val="tx1"/>
                </a:solidFill>
              </a:rPr>
              <a:t>từ</a:t>
            </a:r>
            <a:r>
              <a:rPr lang="en-US" dirty="0">
                <a:solidFill>
                  <a:schemeClr val="tx1"/>
                </a:solidFill>
              </a:rPr>
              <a:t> </a:t>
            </a:r>
            <a:r>
              <a:rPr lang="en-US" dirty="0" err="1">
                <a:solidFill>
                  <a:schemeClr val="tx1"/>
                </a:solidFill>
              </a:rPr>
              <a:t>dữ</a:t>
            </a:r>
            <a:r>
              <a:rPr lang="en-US" dirty="0">
                <a:solidFill>
                  <a:schemeClr val="tx1"/>
                </a:solidFill>
              </a:rPr>
              <a:t> </a:t>
            </a:r>
            <a:r>
              <a:rPr lang="en-US" dirty="0" err="1">
                <a:solidFill>
                  <a:schemeClr val="tx1"/>
                </a:solidFill>
              </a:rPr>
              <a:t>liệu</a:t>
            </a:r>
            <a:r>
              <a:rPr lang="en-US" dirty="0">
                <a:solidFill>
                  <a:schemeClr val="tx1"/>
                </a:solidFill>
              </a:rPr>
              <a:t> </a:t>
            </a:r>
            <a:r>
              <a:rPr lang="en-US" dirty="0" err="1">
                <a:solidFill>
                  <a:schemeClr val="tx1"/>
                </a:solidFill>
              </a:rPr>
              <a:t>huấn</a:t>
            </a:r>
            <a:r>
              <a:rPr lang="en-US" dirty="0">
                <a:solidFill>
                  <a:schemeClr val="tx1"/>
                </a:solidFill>
              </a:rPr>
              <a:t> </a:t>
            </a:r>
            <a:r>
              <a:rPr lang="en-US" dirty="0" err="1">
                <a:solidFill>
                  <a:schemeClr val="tx1"/>
                </a:solidFill>
              </a:rPr>
              <a:t>luyện</a:t>
            </a:r>
            <a:r>
              <a:rPr lang="en-US" dirty="0">
                <a:solidFill>
                  <a:schemeClr val="tx1"/>
                </a:solidFill>
              </a:rPr>
              <a:t> </a:t>
            </a:r>
            <a:r>
              <a:rPr lang="en-US" dirty="0" err="1">
                <a:solidFill>
                  <a:schemeClr val="tx1"/>
                </a:solidFill>
              </a:rPr>
              <a:t>và</a:t>
            </a:r>
            <a:r>
              <a:rPr lang="en-US" dirty="0">
                <a:solidFill>
                  <a:schemeClr val="tx1"/>
                </a:solidFill>
              </a:rPr>
              <a:t> </a:t>
            </a:r>
            <a:r>
              <a:rPr lang="en-US" dirty="0" err="1">
                <a:solidFill>
                  <a:schemeClr val="tx1"/>
                </a:solidFill>
              </a:rPr>
              <a:t>có</a:t>
            </a:r>
            <a:r>
              <a:rPr lang="en-US" dirty="0">
                <a:solidFill>
                  <a:schemeClr val="tx1"/>
                </a:solidFill>
              </a:rPr>
              <a:t> </a:t>
            </a:r>
            <a:r>
              <a:rPr lang="en-US" dirty="0" err="1">
                <a:solidFill>
                  <a:schemeClr val="tx1"/>
                </a:solidFill>
              </a:rPr>
              <a:t>khả</a:t>
            </a:r>
            <a:r>
              <a:rPr lang="en-US" dirty="0">
                <a:solidFill>
                  <a:schemeClr val="tx1"/>
                </a:solidFill>
              </a:rPr>
              <a:t> </a:t>
            </a:r>
            <a:r>
              <a:rPr lang="en-US" dirty="0" err="1">
                <a:solidFill>
                  <a:schemeClr val="tx1"/>
                </a:solidFill>
              </a:rPr>
              <a:t>năng</a:t>
            </a:r>
            <a:r>
              <a:rPr lang="en-US" dirty="0">
                <a:solidFill>
                  <a:schemeClr val="tx1"/>
                </a:solidFill>
              </a:rPr>
              <a:t> </a:t>
            </a:r>
            <a:r>
              <a:rPr lang="en-US" dirty="0" err="1">
                <a:solidFill>
                  <a:schemeClr val="tx1"/>
                </a:solidFill>
              </a:rPr>
              <a:t>áp</a:t>
            </a:r>
            <a:r>
              <a:rPr lang="en-US" dirty="0">
                <a:solidFill>
                  <a:schemeClr val="tx1"/>
                </a:solidFill>
              </a:rPr>
              <a:t> </a:t>
            </a:r>
            <a:r>
              <a:rPr lang="en-US" dirty="0" err="1">
                <a:solidFill>
                  <a:schemeClr val="tx1"/>
                </a:solidFill>
              </a:rPr>
              <a:t>dụng</a:t>
            </a:r>
            <a:r>
              <a:rPr lang="en-US" dirty="0">
                <a:solidFill>
                  <a:schemeClr val="tx1"/>
                </a:solidFill>
              </a:rPr>
              <a:t> </a:t>
            </a:r>
            <a:r>
              <a:rPr lang="en-US" dirty="0" err="1">
                <a:solidFill>
                  <a:schemeClr val="tx1"/>
                </a:solidFill>
              </a:rPr>
              <a:t>cho</a:t>
            </a:r>
            <a:r>
              <a:rPr lang="en-US" dirty="0">
                <a:solidFill>
                  <a:schemeClr val="tx1"/>
                </a:solidFill>
              </a:rPr>
              <a:t> </a:t>
            </a:r>
            <a:r>
              <a:rPr lang="en-US" dirty="0" err="1">
                <a:solidFill>
                  <a:schemeClr val="tx1"/>
                </a:solidFill>
              </a:rPr>
              <a:t>dữ</a:t>
            </a:r>
            <a:r>
              <a:rPr lang="en-US" dirty="0">
                <a:solidFill>
                  <a:schemeClr val="tx1"/>
                </a:solidFill>
              </a:rPr>
              <a:t> </a:t>
            </a:r>
            <a:r>
              <a:rPr lang="en-US" dirty="0" err="1">
                <a:solidFill>
                  <a:schemeClr val="tx1"/>
                </a:solidFill>
              </a:rPr>
              <a:t>liệu</a:t>
            </a:r>
            <a:r>
              <a:rPr lang="en-US" dirty="0">
                <a:solidFill>
                  <a:schemeClr val="tx1"/>
                </a:solidFill>
              </a:rPr>
              <a:t> </a:t>
            </a:r>
            <a:r>
              <a:rPr lang="en-US" dirty="0" err="1">
                <a:solidFill>
                  <a:schemeClr val="tx1"/>
                </a:solidFill>
              </a:rPr>
              <a:t>mới</a:t>
            </a:r>
            <a:endParaRPr lang="en-US" dirty="0">
              <a:solidFill>
                <a:schemeClr val="tx1"/>
              </a:solidFill>
            </a:endParaRPr>
          </a:p>
        </p:txBody>
      </p:sp>
      <p:sp>
        <p:nvSpPr>
          <p:cNvPr id="19" name="Rectangle: Rounded Corners 18">
            <a:extLst>
              <a:ext uri="{FF2B5EF4-FFF2-40B4-BE49-F238E27FC236}">
                <a16:creationId xmlns:a16="http://schemas.microsoft.com/office/drawing/2014/main" id="{5CF227BA-6744-A6B6-3E5F-FAD1700BBFA3}"/>
              </a:ext>
            </a:extLst>
          </p:cNvPr>
          <p:cNvSpPr/>
          <p:nvPr/>
        </p:nvSpPr>
        <p:spPr>
          <a:xfrm>
            <a:off x="7930244" y="2453952"/>
            <a:ext cx="3461657" cy="2388636"/>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vi-VN" b="1" dirty="0">
                <a:solidFill>
                  <a:schemeClr val="tx1"/>
                </a:solidFill>
              </a:rPr>
              <a:t>Cơ Hội Cải Tiến</a:t>
            </a:r>
          </a:p>
          <a:p>
            <a:r>
              <a:rPr lang="vi-VN" dirty="0">
                <a:solidFill>
                  <a:schemeClr val="tx1"/>
                </a:solidFill>
              </a:rPr>
              <a:t>Có thể nâng cao hiệu suất bằng cách tăng dữ liệu, cải thiện tiền xử lý hoặc điều chỉnh tham số</a:t>
            </a:r>
          </a:p>
        </p:txBody>
      </p:sp>
      <p:sp>
        <p:nvSpPr>
          <p:cNvPr id="20" name="Rectangle 19">
            <a:extLst>
              <a:ext uri="{FF2B5EF4-FFF2-40B4-BE49-F238E27FC236}">
                <a16:creationId xmlns:a16="http://schemas.microsoft.com/office/drawing/2014/main" id="{E08F93FE-9824-2708-A1B6-2EC241C7782B}"/>
              </a:ext>
            </a:extLst>
          </p:cNvPr>
          <p:cNvSpPr/>
          <p:nvPr/>
        </p:nvSpPr>
        <p:spPr>
          <a:xfrm rot="2691659">
            <a:off x="825973" y="-169534"/>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endParaRPr>
          </a:p>
        </p:txBody>
      </p:sp>
      <p:sp>
        <p:nvSpPr>
          <p:cNvPr id="21" name="Rectangle 20">
            <a:extLst>
              <a:ext uri="{FF2B5EF4-FFF2-40B4-BE49-F238E27FC236}">
                <a16:creationId xmlns:a16="http://schemas.microsoft.com/office/drawing/2014/main" id="{19DA4A6A-01C9-D81F-5936-1997583D41AC}"/>
              </a:ext>
            </a:extLst>
          </p:cNvPr>
          <p:cNvSpPr/>
          <p:nvPr/>
        </p:nvSpPr>
        <p:spPr>
          <a:xfrm rot="2691659">
            <a:off x="10833095" y="4481138"/>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74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B13EDC-7470-A5B6-768B-73925C027EE6}"/>
              </a:ext>
            </a:extLst>
          </p:cNvPr>
          <p:cNvSpPr txBox="1"/>
          <p:nvPr/>
        </p:nvSpPr>
        <p:spPr>
          <a:xfrm>
            <a:off x="1422474" y="683167"/>
            <a:ext cx="9347051" cy="742511"/>
          </a:xfrm>
          <a:prstGeom prst="rect">
            <a:avLst/>
          </a:prstGeom>
          <a:noFill/>
        </p:spPr>
        <p:txBody>
          <a:bodyPr wrap="square">
            <a:spAutoFit/>
          </a:bodyPr>
          <a:lstStyle/>
          <a:p>
            <a:pPr marL="0" marR="0" algn="ctr">
              <a:lnSpc>
                <a:spcPct val="150000"/>
              </a:lnSpc>
              <a:buNone/>
            </a:pPr>
            <a:r>
              <a:rPr lang="pt-BR" sz="32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CHƯƠNG </a:t>
            </a:r>
            <a:r>
              <a:rPr lang="vi-VN" sz="32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a:t>
            </a:r>
            <a:r>
              <a:rPr lang="pt-BR" sz="32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THẢO LUẬN VÀ PHÂN TÍCH LỖI</a:t>
            </a:r>
            <a:endParaRPr lang="en-US" sz="32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DD35089-A86E-AEAB-8BFE-4E89B49460CC}"/>
              </a:ext>
            </a:extLst>
          </p:cNvPr>
          <p:cNvSpPr txBox="1"/>
          <p:nvPr/>
        </p:nvSpPr>
        <p:spPr>
          <a:xfrm>
            <a:off x="1010815" y="1493818"/>
            <a:ext cx="6167534" cy="477054"/>
          </a:xfrm>
          <a:prstGeom prst="rect">
            <a:avLst/>
          </a:prstGeom>
          <a:noFill/>
        </p:spPr>
        <p:txBody>
          <a:bodyPr wrap="square">
            <a:spAutoFit/>
          </a:bodyPr>
          <a:lstStyle/>
          <a:p>
            <a:pPr>
              <a:buNone/>
            </a:pPr>
            <a:r>
              <a:rPr lang="en-US" sz="2500" b="1" dirty="0" err="1"/>
              <a:t>Tổng</a:t>
            </a:r>
            <a:r>
              <a:rPr lang="en-US" sz="2500" b="1" dirty="0"/>
              <a:t> Quan </a:t>
            </a:r>
            <a:r>
              <a:rPr lang="en-US" sz="2500" b="1" dirty="0" err="1"/>
              <a:t>Lỗi</a:t>
            </a:r>
            <a:r>
              <a:rPr lang="en-US" sz="2500" b="1" dirty="0"/>
              <a:t> </a:t>
            </a:r>
            <a:r>
              <a:rPr lang="en-US" sz="2500" b="1" dirty="0" err="1"/>
              <a:t>Phân</a:t>
            </a:r>
            <a:r>
              <a:rPr lang="en-US" sz="2500" b="1" dirty="0"/>
              <a:t> </a:t>
            </a:r>
            <a:r>
              <a:rPr lang="en-US" sz="2500" b="1" dirty="0" err="1"/>
              <a:t>Loại</a:t>
            </a:r>
            <a:endParaRPr lang="en-US" sz="2500" b="1" dirty="0"/>
          </a:p>
        </p:txBody>
      </p:sp>
      <p:sp>
        <p:nvSpPr>
          <p:cNvPr id="7" name="Rectangle: Rounded Corners 6">
            <a:extLst>
              <a:ext uri="{FF2B5EF4-FFF2-40B4-BE49-F238E27FC236}">
                <a16:creationId xmlns:a16="http://schemas.microsoft.com/office/drawing/2014/main" id="{6B35CA2B-75BA-479A-8EC5-07275EC34E05}"/>
              </a:ext>
            </a:extLst>
          </p:cNvPr>
          <p:cNvSpPr/>
          <p:nvPr/>
        </p:nvSpPr>
        <p:spPr>
          <a:xfrm>
            <a:off x="1010815" y="2039012"/>
            <a:ext cx="5085183" cy="1828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b="1" dirty="0">
                <a:solidFill>
                  <a:schemeClr val="tx1"/>
                </a:solidFill>
              </a:rPr>
              <a:t>Nhầm Lẫn Giữa Lớp</a:t>
            </a:r>
          </a:p>
          <a:p>
            <a:r>
              <a:rPr lang="vi-VN" dirty="0">
                <a:solidFill>
                  <a:schemeClr val="tx1"/>
                </a:solidFill>
              </a:rPr>
              <a:t>Các giống có đặc điểm tương tự bị dự đoán nhầm do đặc trưng hình ảnh gần giống nhau</a:t>
            </a:r>
          </a:p>
        </p:txBody>
      </p:sp>
      <p:sp>
        <p:nvSpPr>
          <p:cNvPr id="8" name="Rectangle: Rounded Corners 7">
            <a:extLst>
              <a:ext uri="{FF2B5EF4-FFF2-40B4-BE49-F238E27FC236}">
                <a16:creationId xmlns:a16="http://schemas.microsoft.com/office/drawing/2014/main" id="{DD236913-6181-0070-26F6-3090A8D0FCDD}"/>
              </a:ext>
            </a:extLst>
          </p:cNvPr>
          <p:cNvSpPr/>
          <p:nvPr/>
        </p:nvSpPr>
        <p:spPr>
          <a:xfrm>
            <a:off x="6570308" y="3994762"/>
            <a:ext cx="5085183" cy="1828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err="1">
                <a:solidFill>
                  <a:schemeClr val="tx1"/>
                </a:solidFill>
              </a:rPr>
              <a:t>Dự</a:t>
            </a:r>
            <a:r>
              <a:rPr lang="en-US" b="1" dirty="0">
                <a:solidFill>
                  <a:schemeClr val="tx1"/>
                </a:solidFill>
              </a:rPr>
              <a:t> </a:t>
            </a:r>
            <a:r>
              <a:rPr lang="en-US" b="1" dirty="0" err="1">
                <a:solidFill>
                  <a:schemeClr val="tx1"/>
                </a:solidFill>
              </a:rPr>
              <a:t>Đoán</a:t>
            </a:r>
            <a:r>
              <a:rPr lang="en-US" b="1" dirty="0">
                <a:solidFill>
                  <a:schemeClr val="tx1"/>
                </a:solidFill>
              </a:rPr>
              <a:t> </a:t>
            </a:r>
            <a:r>
              <a:rPr lang="en-US" b="1" dirty="0" err="1">
                <a:solidFill>
                  <a:schemeClr val="tx1"/>
                </a:solidFill>
              </a:rPr>
              <a:t>Không</a:t>
            </a:r>
            <a:r>
              <a:rPr lang="en-US" b="1" dirty="0">
                <a:solidFill>
                  <a:schemeClr val="tx1"/>
                </a:solidFill>
              </a:rPr>
              <a:t> </a:t>
            </a:r>
            <a:r>
              <a:rPr lang="en-US" b="1" dirty="0" err="1">
                <a:solidFill>
                  <a:schemeClr val="tx1"/>
                </a:solidFill>
              </a:rPr>
              <a:t>Ổn</a:t>
            </a:r>
            <a:r>
              <a:rPr lang="en-US" b="1" dirty="0">
                <a:solidFill>
                  <a:schemeClr val="tx1"/>
                </a:solidFill>
              </a:rPr>
              <a:t> Định</a:t>
            </a:r>
          </a:p>
          <a:p>
            <a:r>
              <a:rPr lang="en-US" dirty="0" err="1">
                <a:solidFill>
                  <a:schemeClr val="tx1"/>
                </a:solidFill>
              </a:rPr>
              <a:t>Kết</a:t>
            </a:r>
            <a:r>
              <a:rPr lang="en-US" dirty="0">
                <a:solidFill>
                  <a:schemeClr val="tx1"/>
                </a:solidFill>
              </a:rPr>
              <a:t> </a:t>
            </a:r>
            <a:r>
              <a:rPr lang="en-US" dirty="0" err="1">
                <a:solidFill>
                  <a:schemeClr val="tx1"/>
                </a:solidFill>
              </a:rPr>
              <a:t>quả</a:t>
            </a:r>
            <a:r>
              <a:rPr lang="en-US" dirty="0">
                <a:solidFill>
                  <a:schemeClr val="tx1"/>
                </a:solidFill>
              </a:rPr>
              <a:t> </a:t>
            </a:r>
            <a:r>
              <a:rPr lang="en-US" dirty="0" err="1">
                <a:solidFill>
                  <a:schemeClr val="tx1"/>
                </a:solidFill>
              </a:rPr>
              <a:t>thay</a:t>
            </a:r>
            <a:r>
              <a:rPr lang="en-US" dirty="0">
                <a:solidFill>
                  <a:schemeClr val="tx1"/>
                </a:solidFill>
              </a:rPr>
              <a:t> </a:t>
            </a:r>
            <a:r>
              <a:rPr lang="en-US" dirty="0" err="1">
                <a:solidFill>
                  <a:schemeClr val="tx1"/>
                </a:solidFill>
              </a:rPr>
              <a:t>đổi</a:t>
            </a:r>
            <a:r>
              <a:rPr lang="en-US" dirty="0">
                <a:solidFill>
                  <a:schemeClr val="tx1"/>
                </a:solidFill>
              </a:rPr>
              <a:t> </a:t>
            </a:r>
            <a:r>
              <a:rPr lang="en-US" dirty="0" err="1">
                <a:solidFill>
                  <a:schemeClr val="tx1"/>
                </a:solidFill>
              </a:rPr>
              <a:t>nhẹ</a:t>
            </a:r>
            <a:r>
              <a:rPr lang="en-US" dirty="0">
                <a:solidFill>
                  <a:schemeClr val="tx1"/>
                </a:solidFill>
              </a:rPr>
              <a:t> </a:t>
            </a:r>
            <a:r>
              <a:rPr lang="en-US" dirty="0" err="1">
                <a:solidFill>
                  <a:schemeClr val="tx1"/>
                </a:solidFill>
              </a:rPr>
              <a:t>khi</a:t>
            </a:r>
            <a:r>
              <a:rPr lang="en-US" dirty="0">
                <a:solidFill>
                  <a:schemeClr val="tx1"/>
                </a:solidFill>
              </a:rPr>
              <a:t> </a:t>
            </a:r>
            <a:r>
              <a:rPr lang="en-US" dirty="0" err="1">
                <a:solidFill>
                  <a:schemeClr val="tx1"/>
                </a:solidFill>
              </a:rPr>
              <a:t>thay</a:t>
            </a:r>
            <a:r>
              <a:rPr lang="en-US" dirty="0">
                <a:solidFill>
                  <a:schemeClr val="tx1"/>
                </a:solidFill>
              </a:rPr>
              <a:t> </a:t>
            </a:r>
            <a:r>
              <a:rPr lang="en-US" dirty="0" err="1">
                <a:solidFill>
                  <a:schemeClr val="tx1"/>
                </a:solidFill>
              </a:rPr>
              <a:t>đổi</a:t>
            </a:r>
            <a:r>
              <a:rPr lang="en-US" dirty="0">
                <a:solidFill>
                  <a:schemeClr val="tx1"/>
                </a:solidFill>
              </a:rPr>
              <a:t> </a:t>
            </a:r>
            <a:r>
              <a:rPr lang="en-US" dirty="0" err="1">
                <a:solidFill>
                  <a:schemeClr val="tx1"/>
                </a:solidFill>
              </a:rPr>
              <a:t>góc</a:t>
            </a:r>
            <a:r>
              <a:rPr lang="en-US" dirty="0">
                <a:solidFill>
                  <a:schemeClr val="tx1"/>
                </a:solidFill>
              </a:rPr>
              <a:t> </a:t>
            </a:r>
            <a:r>
              <a:rPr lang="en-US" dirty="0" err="1">
                <a:solidFill>
                  <a:schemeClr val="tx1"/>
                </a:solidFill>
              </a:rPr>
              <a:t>chụp</a:t>
            </a:r>
            <a:r>
              <a:rPr lang="en-US" dirty="0">
                <a:solidFill>
                  <a:schemeClr val="tx1"/>
                </a:solidFill>
              </a:rPr>
              <a:t> </a:t>
            </a:r>
            <a:r>
              <a:rPr lang="en-US" dirty="0" err="1">
                <a:solidFill>
                  <a:schemeClr val="tx1"/>
                </a:solidFill>
              </a:rPr>
              <a:t>hoặc</a:t>
            </a:r>
            <a:r>
              <a:rPr lang="en-US" dirty="0">
                <a:solidFill>
                  <a:schemeClr val="tx1"/>
                </a:solidFill>
              </a:rPr>
              <a:t> crop </a:t>
            </a:r>
            <a:r>
              <a:rPr lang="en-US" dirty="0" err="1">
                <a:solidFill>
                  <a:schemeClr val="tx1"/>
                </a:solidFill>
              </a:rPr>
              <a:t>ảnh</a:t>
            </a:r>
            <a:r>
              <a:rPr lang="en-US" dirty="0">
                <a:solidFill>
                  <a:schemeClr val="tx1"/>
                </a:solidFill>
              </a:rPr>
              <a:t>, </a:t>
            </a:r>
            <a:r>
              <a:rPr lang="en-US" dirty="0" err="1">
                <a:solidFill>
                  <a:schemeClr val="tx1"/>
                </a:solidFill>
              </a:rPr>
              <a:t>cho</a:t>
            </a:r>
            <a:r>
              <a:rPr lang="en-US" dirty="0">
                <a:solidFill>
                  <a:schemeClr val="tx1"/>
                </a:solidFill>
              </a:rPr>
              <a:t> </a:t>
            </a:r>
            <a:r>
              <a:rPr lang="en-US" dirty="0" err="1">
                <a:solidFill>
                  <a:schemeClr val="tx1"/>
                </a:solidFill>
              </a:rPr>
              <a:t>thấy</a:t>
            </a:r>
            <a:r>
              <a:rPr lang="en-US" dirty="0">
                <a:solidFill>
                  <a:schemeClr val="tx1"/>
                </a:solidFill>
              </a:rPr>
              <a:t> </a:t>
            </a:r>
            <a:r>
              <a:rPr lang="en-US" dirty="0" err="1">
                <a:solidFill>
                  <a:schemeClr val="tx1"/>
                </a:solidFill>
              </a:rPr>
              <a:t>độ</a:t>
            </a:r>
            <a:r>
              <a:rPr lang="en-US" dirty="0">
                <a:solidFill>
                  <a:schemeClr val="tx1"/>
                </a:solidFill>
              </a:rPr>
              <a:t> </a:t>
            </a:r>
            <a:r>
              <a:rPr lang="en-US" dirty="0" err="1">
                <a:solidFill>
                  <a:schemeClr val="tx1"/>
                </a:solidFill>
              </a:rPr>
              <a:t>nhạy</a:t>
            </a:r>
            <a:r>
              <a:rPr lang="en-US" dirty="0">
                <a:solidFill>
                  <a:schemeClr val="tx1"/>
                </a:solidFill>
              </a:rPr>
              <a:t> </a:t>
            </a:r>
            <a:r>
              <a:rPr lang="en-US" dirty="0" err="1">
                <a:solidFill>
                  <a:schemeClr val="tx1"/>
                </a:solidFill>
              </a:rPr>
              <a:t>cao</a:t>
            </a:r>
            <a:endParaRPr lang="en-US" dirty="0">
              <a:solidFill>
                <a:schemeClr val="tx1"/>
              </a:solidFill>
            </a:endParaRPr>
          </a:p>
        </p:txBody>
      </p:sp>
      <p:sp>
        <p:nvSpPr>
          <p:cNvPr id="9" name="Rectangle: Rounded Corners 8">
            <a:extLst>
              <a:ext uri="{FF2B5EF4-FFF2-40B4-BE49-F238E27FC236}">
                <a16:creationId xmlns:a16="http://schemas.microsoft.com/office/drawing/2014/main" id="{9C98CECA-9718-9009-1C5A-FDC7DA64053F}"/>
              </a:ext>
            </a:extLst>
          </p:cNvPr>
          <p:cNvSpPr/>
          <p:nvPr/>
        </p:nvSpPr>
        <p:spPr>
          <a:xfrm>
            <a:off x="1010816" y="3994762"/>
            <a:ext cx="5085183" cy="1828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tx1"/>
                </a:solidFill>
              </a:rPr>
              <a:t>Ngoài Tập Huấn Luyện</a:t>
            </a:r>
          </a:p>
          <a:p>
            <a:r>
              <a:rPr lang="en-US">
                <a:solidFill>
                  <a:schemeClr val="tx1"/>
                </a:solidFill>
              </a:rPr>
              <a:t>Các giống không thuộc 10 lớp huấn luyện bị gán nhầm lớp gần nhất với confidence thấp</a:t>
            </a:r>
          </a:p>
        </p:txBody>
      </p:sp>
      <p:sp>
        <p:nvSpPr>
          <p:cNvPr id="10" name="Rectangle: Rounded Corners 9">
            <a:extLst>
              <a:ext uri="{FF2B5EF4-FFF2-40B4-BE49-F238E27FC236}">
                <a16:creationId xmlns:a16="http://schemas.microsoft.com/office/drawing/2014/main" id="{1C5468DE-0E3D-6216-FFDE-D2601508ADB9}"/>
              </a:ext>
            </a:extLst>
          </p:cNvPr>
          <p:cNvSpPr/>
          <p:nvPr/>
        </p:nvSpPr>
        <p:spPr>
          <a:xfrm>
            <a:off x="6554755" y="2039012"/>
            <a:ext cx="5085183" cy="1828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err="1">
                <a:solidFill>
                  <a:schemeClr val="tx1"/>
                </a:solidFill>
              </a:rPr>
              <a:t>Ảnh</a:t>
            </a:r>
            <a:r>
              <a:rPr lang="en-US" b="1" dirty="0">
                <a:solidFill>
                  <a:schemeClr val="tx1"/>
                </a:solidFill>
              </a:rPr>
              <a:t> </a:t>
            </a:r>
            <a:r>
              <a:rPr lang="en-US" b="1" dirty="0" err="1">
                <a:solidFill>
                  <a:schemeClr val="tx1"/>
                </a:solidFill>
              </a:rPr>
              <a:t>Không</a:t>
            </a:r>
            <a:r>
              <a:rPr lang="en-US" b="1" dirty="0">
                <a:solidFill>
                  <a:schemeClr val="tx1"/>
                </a:solidFill>
              </a:rPr>
              <a:t> </a:t>
            </a:r>
            <a:r>
              <a:rPr lang="en-US" b="1" dirty="0" err="1">
                <a:solidFill>
                  <a:schemeClr val="tx1"/>
                </a:solidFill>
              </a:rPr>
              <a:t>Rõ</a:t>
            </a:r>
            <a:r>
              <a:rPr lang="en-US" b="1" dirty="0">
                <a:solidFill>
                  <a:schemeClr val="tx1"/>
                </a:solidFill>
              </a:rPr>
              <a:t> </a:t>
            </a:r>
            <a:r>
              <a:rPr lang="en-US" b="1" dirty="0" err="1">
                <a:solidFill>
                  <a:schemeClr val="tx1"/>
                </a:solidFill>
              </a:rPr>
              <a:t>Ràng</a:t>
            </a:r>
            <a:endParaRPr lang="en-US" b="1" dirty="0">
              <a:solidFill>
                <a:schemeClr val="tx1"/>
              </a:solidFill>
            </a:endParaRPr>
          </a:p>
          <a:p>
            <a:r>
              <a:rPr lang="en-US" dirty="0" err="1">
                <a:solidFill>
                  <a:schemeClr val="tx1"/>
                </a:solidFill>
              </a:rPr>
              <a:t>Ảnh</a:t>
            </a:r>
            <a:r>
              <a:rPr lang="en-US" dirty="0">
                <a:solidFill>
                  <a:schemeClr val="tx1"/>
                </a:solidFill>
              </a:rPr>
              <a:t> </a:t>
            </a:r>
            <a:r>
              <a:rPr lang="en-US" dirty="0" err="1">
                <a:solidFill>
                  <a:schemeClr val="tx1"/>
                </a:solidFill>
              </a:rPr>
              <a:t>mờ</a:t>
            </a:r>
            <a:r>
              <a:rPr lang="en-US" dirty="0">
                <a:solidFill>
                  <a:schemeClr val="tx1"/>
                </a:solidFill>
              </a:rPr>
              <a:t>, </a:t>
            </a:r>
            <a:r>
              <a:rPr lang="en-US" dirty="0" err="1">
                <a:solidFill>
                  <a:schemeClr val="tx1"/>
                </a:solidFill>
              </a:rPr>
              <a:t>thiếu</a:t>
            </a:r>
            <a:r>
              <a:rPr lang="en-US" dirty="0">
                <a:solidFill>
                  <a:schemeClr val="tx1"/>
                </a:solidFill>
              </a:rPr>
              <a:t> </a:t>
            </a:r>
            <a:r>
              <a:rPr lang="en-US" dirty="0" err="1">
                <a:solidFill>
                  <a:schemeClr val="tx1"/>
                </a:solidFill>
              </a:rPr>
              <a:t>sáng</a:t>
            </a:r>
            <a:r>
              <a:rPr lang="en-US" dirty="0">
                <a:solidFill>
                  <a:schemeClr val="tx1"/>
                </a:solidFill>
              </a:rPr>
              <a:t>, </a:t>
            </a:r>
            <a:r>
              <a:rPr lang="en-US" dirty="0" err="1">
                <a:solidFill>
                  <a:schemeClr val="tx1"/>
                </a:solidFill>
              </a:rPr>
              <a:t>bị</a:t>
            </a:r>
            <a:r>
              <a:rPr lang="en-US" dirty="0">
                <a:solidFill>
                  <a:schemeClr val="tx1"/>
                </a:solidFill>
              </a:rPr>
              <a:t> </a:t>
            </a:r>
            <a:r>
              <a:rPr lang="en-US" dirty="0" err="1">
                <a:solidFill>
                  <a:schemeClr val="tx1"/>
                </a:solidFill>
              </a:rPr>
              <a:t>che</a:t>
            </a:r>
            <a:r>
              <a:rPr lang="en-US" dirty="0">
                <a:solidFill>
                  <a:schemeClr val="tx1"/>
                </a:solidFill>
              </a:rPr>
              <a:t> </a:t>
            </a:r>
            <a:r>
              <a:rPr lang="en-US" dirty="0" err="1">
                <a:solidFill>
                  <a:schemeClr val="tx1"/>
                </a:solidFill>
              </a:rPr>
              <a:t>khuất</a:t>
            </a:r>
            <a:r>
              <a:rPr lang="en-US" dirty="0">
                <a:solidFill>
                  <a:schemeClr val="tx1"/>
                </a:solidFill>
              </a:rPr>
              <a:t> </a:t>
            </a:r>
            <a:r>
              <a:rPr lang="en-US" dirty="0" err="1">
                <a:solidFill>
                  <a:schemeClr val="tx1"/>
                </a:solidFill>
              </a:rPr>
              <a:t>hoặc</a:t>
            </a:r>
            <a:r>
              <a:rPr lang="en-US" dirty="0">
                <a:solidFill>
                  <a:schemeClr val="tx1"/>
                </a:solidFill>
              </a:rPr>
              <a:t> </a:t>
            </a:r>
            <a:r>
              <a:rPr lang="en-US" dirty="0" err="1">
                <a:solidFill>
                  <a:schemeClr val="tx1"/>
                </a:solidFill>
              </a:rPr>
              <a:t>nền</a:t>
            </a:r>
            <a:r>
              <a:rPr lang="en-US" dirty="0">
                <a:solidFill>
                  <a:schemeClr val="tx1"/>
                </a:solidFill>
              </a:rPr>
              <a:t> </a:t>
            </a:r>
            <a:r>
              <a:rPr lang="en-US" dirty="0" err="1">
                <a:solidFill>
                  <a:schemeClr val="tx1"/>
                </a:solidFill>
              </a:rPr>
              <a:t>phức</a:t>
            </a:r>
            <a:r>
              <a:rPr lang="en-US" dirty="0">
                <a:solidFill>
                  <a:schemeClr val="tx1"/>
                </a:solidFill>
              </a:rPr>
              <a:t> </a:t>
            </a:r>
            <a:r>
              <a:rPr lang="en-US" dirty="0" err="1">
                <a:solidFill>
                  <a:schemeClr val="tx1"/>
                </a:solidFill>
              </a:rPr>
              <a:t>tạp</a:t>
            </a:r>
            <a:r>
              <a:rPr lang="en-US" dirty="0">
                <a:solidFill>
                  <a:schemeClr val="tx1"/>
                </a:solidFill>
              </a:rPr>
              <a:t> </a:t>
            </a:r>
            <a:r>
              <a:rPr lang="en-US" dirty="0" err="1">
                <a:solidFill>
                  <a:schemeClr val="tx1"/>
                </a:solidFill>
              </a:rPr>
              <a:t>gây</a:t>
            </a:r>
            <a:r>
              <a:rPr lang="en-US" dirty="0">
                <a:solidFill>
                  <a:schemeClr val="tx1"/>
                </a:solidFill>
              </a:rPr>
              <a:t> </a:t>
            </a:r>
            <a:r>
              <a:rPr lang="en-US" dirty="0" err="1">
                <a:solidFill>
                  <a:schemeClr val="tx1"/>
                </a:solidFill>
              </a:rPr>
              <a:t>nhiễu</a:t>
            </a:r>
            <a:r>
              <a:rPr lang="en-US" dirty="0">
                <a:solidFill>
                  <a:schemeClr val="tx1"/>
                </a:solidFill>
              </a:rPr>
              <a:t> </a:t>
            </a:r>
            <a:r>
              <a:rPr lang="en-US" dirty="0" err="1">
                <a:solidFill>
                  <a:schemeClr val="tx1"/>
                </a:solidFill>
              </a:rPr>
              <a:t>dự</a:t>
            </a:r>
            <a:r>
              <a:rPr lang="en-US" dirty="0">
                <a:solidFill>
                  <a:schemeClr val="tx1"/>
                </a:solidFill>
              </a:rPr>
              <a:t> </a:t>
            </a:r>
            <a:r>
              <a:rPr lang="en-US" dirty="0" err="1">
                <a:solidFill>
                  <a:schemeClr val="tx1"/>
                </a:solidFill>
              </a:rPr>
              <a:t>đoán</a:t>
            </a:r>
            <a:endParaRPr lang="en-US" dirty="0">
              <a:solidFill>
                <a:schemeClr val="tx1"/>
              </a:solidFill>
            </a:endParaRPr>
          </a:p>
        </p:txBody>
      </p:sp>
    </p:spTree>
    <p:extLst>
      <p:ext uri="{BB962C8B-B14F-4D97-AF65-F5344CB8AC3E}">
        <p14:creationId xmlns:p14="http://schemas.microsoft.com/office/powerpoint/2010/main" val="3578264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CB4036-EEDE-F34D-0765-E9AB1C4C4855}"/>
              </a:ext>
            </a:extLst>
          </p:cNvPr>
          <p:cNvSpPr txBox="1"/>
          <p:nvPr/>
        </p:nvSpPr>
        <p:spPr>
          <a:xfrm>
            <a:off x="2642895" y="811830"/>
            <a:ext cx="6906209" cy="477054"/>
          </a:xfrm>
          <a:prstGeom prst="rect">
            <a:avLst/>
          </a:prstGeom>
          <a:noFill/>
        </p:spPr>
        <p:txBody>
          <a:bodyPr wrap="square">
            <a:spAutoFit/>
          </a:bodyPr>
          <a:lstStyle/>
          <a:p>
            <a:pPr>
              <a:buNone/>
            </a:pPr>
            <a:r>
              <a:rPr lang="en-US" sz="2500" b="1" dirty="0" err="1"/>
              <a:t>Phân</a:t>
            </a:r>
            <a:r>
              <a:rPr lang="en-US" sz="2500" b="1" dirty="0"/>
              <a:t> </a:t>
            </a:r>
            <a:r>
              <a:rPr lang="en-US" sz="2500" b="1" dirty="0" err="1"/>
              <a:t>Tích</a:t>
            </a:r>
            <a:r>
              <a:rPr lang="en-US" sz="2500" b="1" dirty="0"/>
              <a:t> Chi </a:t>
            </a:r>
            <a:r>
              <a:rPr lang="en-US" sz="2500" b="1" dirty="0" err="1"/>
              <a:t>Tiết</a:t>
            </a:r>
            <a:r>
              <a:rPr lang="en-US" sz="2500" b="1" dirty="0"/>
              <a:t>: </a:t>
            </a:r>
            <a:r>
              <a:rPr lang="en-US" sz="2500" b="1" dirty="0" err="1"/>
              <a:t>Nhầm</a:t>
            </a:r>
            <a:r>
              <a:rPr lang="en-US" sz="2500" b="1" dirty="0"/>
              <a:t> </a:t>
            </a:r>
            <a:r>
              <a:rPr lang="en-US" sz="2500" b="1" dirty="0" err="1"/>
              <a:t>Lẫn</a:t>
            </a:r>
            <a:r>
              <a:rPr lang="en-US" sz="2500" b="1" dirty="0"/>
              <a:t> </a:t>
            </a:r>
            <a:r>
              <a:rPr lang="en-US" sz="2500" b="1" dirty="0" err="1"/>
              <a:t>Giữa</a:t>
            </a:r>
            <a:r>
              <a:rPr lang="en-US" sz="2500" b="1" dirty="0"/>
              <a:t> Các </a:t>
            </a:r>
            <a:r>
              <a:rPr lang="en-US" sz="2500" b="1" dirty="0" err="1"/>
              <a:t>Lớp</a:t>
            </a:r>
            <a:endParaRPr lang="en-US" sz="2500" b="1" dirty="0"/>
          </a:p>
        </p:txBody>
      </p:sp>
      <p:sp>
        <p:nvSpPr>
          <p:cNvPr id="7" name="TextBox 6">
            <a:extLst>
              <a:ext uri="{FF2B5EF4-FFF2-40B4-BE49-F238E27FC236}">
                <a16:creationId xmlns:a16="http://schemas.microsoft.com/office/drawing/2014/main" id="{48F03FF3-034F-8BEB-B81A-DC0841705219}"/>
              </a:ext>
            </a:extLst>
          </p:cNvPr>
          <p:cNvSpPr txBox="1"/>
          <p:nvPr/>
        </p:nvSpPr>
        <p:spPr>
          <a:xfrm>
            <a:off x="1670180" y="2090172"/>
            <a:ext cx="4963885" cy="3231654"/>
          </a:xfrm>
          <a:prstGeom prst="rect">
            <a:avLst/>
          </a:prstGeom>
          <a:noFill/>
        </p:spPr>
        <p:txBody>
          <a:bodyPr wrap="square">
            <a:spAutoFit/>
          </a:bodyPr>
          <a:lstStyle/>
          <a:p>
            <a:pPr>
              <a:buNone/>
            </a:pPr>
            <a:r>
              <a:rPr lang="vi-VN" sz="1600" b="1" dirty="0"/>
              <a:t>Vấn Đề Chính</a:t>
            </a:r>
          </a:p>
          <a:p>
            <a:pPr>
              <a:buNone/>
            </a:pPr>
            <a:r>
              <a:rPr lang="vi-VN" dirty="0"/>
              <a:t>Một số giống mèo như </a:t>
            </a:r>
            <a:r>
              <a:rPr lang="vi-VN" b="1" dirty="0">
                <a:effectLst/>
              </a:rPr>
              <a:t>Maine Coon</a:t>
            </a:r>
            <a:r>
              <a:rPr lang="vi-VN" dirty="0"/>
              <a:t> và </a:t>
            </a:r>
            <a:r>
              <a:rPr lang="vi-VN" b="1" dirty="0">
                <a:effectLst/>
              </a:rPr>
              <a:t>Bengal</a:t>
            </a:r>
            <a:r>
              <a:rPr lang="vi-VN" dirty="0"/>
              <a:t>, hoặc giống chó có màu lông tương tự thường bị nhầm lẫn.</a:t>
            </a:r>
          </a:p>
          <a:p>
            <a:pPr>
              <a:buNone/>
            </a:pPr>
            <a:endParaRPr lang="vi-VN" dirty="0"/>
          </a:p>
          <a:p>
            <a:pPr>
              <a:buNone/>
            </a:pPr>
            <a:r>
              <a:rPr lang="vi-VN" sz="1600" b="1" dirty="0"/>
              <a:t>Nguyên Nhân</a:t>
            </a:r>
          </a:p>
          <a:p>
            <a:pPr marL="285750" indent="-285750">
              <a:buFont typeface="Arial" panose="020B0604020202020204" pitchFamily="34" charset="0"/>
              <a:buChar char="•"/>
            </a:pPr>
            <a:r>
              <a:rPr lang="vi-VN" dirty="0"/>
              <a:t>Đặc điểm hình ảnh khá giống nhau (màu lông, hình dáng)</a:t>
            </a:r>
          </a:p>
          <a:p>
            <a:pPr marL="285750" indent="-285750">
              <a:buFont typeface="Arial" panose="020B0604020202020204" pitchFamily="34" charset="0"/>
              <a:buChar char="•"/>
            </a:pPr>
            <a:r>
              <a:rPr lang="vi-VN" dirty="0"/>
              <a:t>Mô hình học đặc trưng tổng quát, khó phân biệt chi tiết nhỏ</a:t>
            </a:r>
          </a:p>
          <a:p>
            <a:pPr marL="285750" indent="-285750">
              <a:buFont typeface="Arial" panose="020B0604020202020204" pitchFamily="34" charset="0"/>
              <a:buChar char="•"/>
            </a:pPr>
            <a:r>
              <a:rPr lang="vi-VN" dirty="0"/>
              <a:t>Số lượng ảnh từng lớp chưa đủ đa dạng</a:t>
            </a:r>
          </a:p>
          <a:p>
            <a:pPr marL="285750" indent="-285750">
              <a:buFont typeface="Arial" panose="020B0604020202020204" pitchFamily="34" charset="0"/>
              <a:buChar char="•"/>
            </a:pPr>
            <a:endParaRPr lang="vi-VN" sz="1600" dirty="0"/>
          </a:p>
          <a:p>
            <a:pPr>
              <a:buNone/>
            </a:pPr>
            <a:r>
              <a:rPr lang="vi-VN" sz="1600" b="1" dirty="0"/>
              <a:t>Giải Pháp Đề Xuất</a:t>
            </a:r>
          </a:p>
          <a:p>
            <a:pPr>
              <a:buNone/>
            </a:pPr>
            <a:r>
              <a:rPr lang="vi-VN" dirty="0"/>
              <a:t>Tăng cường dữ liệu với nhiều góc chụp và điều kiện ánh sáng khác nhau</a:t>
            </a:r>
          </a:p>
        </p:txBody>
      </p:sp>
      <p:pic>
        <p:nvPicPr>
          <p:cNvPr id="7171" name="Picture 3">
            <a:extLst>
              <a:ext uri="{FF2B5EF4-FFF2-40B4-BE49-F238E27FC236}">
                <a16:creationId xmlns:a16="http://schemas.microsoft.com/office/drawing/2014/main" id="{33CF8A7E-4085-1ED2-B5B6-223CBB33B0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5710" y="2299602"/>
            <a:ext cx="4514850" cy="2905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4FAD9F9C-13C8-2312-F683-C9D19F3BC103}"/>
              </a:ext>
            </a:extLst>
          </p:cNvPr>
          <p:cNvSpPr/>
          <p:nvPr/>
        </p:nvSpPr>
        <p:spPr>
          <a:xfrm rot="2691659">
            <a:off x="825973" y="-169534"/>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endParaRPr>
          </a:p>
        </p:txBody>
      </p:sp>
      <p:sp>
        <p:nvSpPr>
          <p:cNvPr id="10" name="Rectangle 9">
            <a:extLst>
              <a:ext uri="{FF2B5EF4-FFF2-40B4-BE49-F238E27FC236}">
                <a16:creationId xmlns:a16="http://schemas.microsoft.com/office/drawing/2014/main" id="{8C009BFF-6C49-3833-DB50-CB6A3EFB9731}"/>
              </a:ext>
            </a:extLst>
          </p:cNvPr>
          <p:cNvSpPr/>
          <p:nvPr/>
        </p:nvSpPr>
        <p:spPr>
          <a:xfrm rot="2691659">
            <a:off x="10833095" y="4481138"/>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7685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C6C30E-59DC-A76B-D329-0ED97F64C64A}"/>
              </a:ext>
            </a:extLst>
          </p:cNvPr>
          <p:cNvSpPr txBox="1"/>
          <p:nvPr/>
        </p:nvSpPr>
        <p:spPr>
          <a:xfrm>
            <a:off x="2275114" y="830492"/>
            <a:ext cx="7641772" cy="477054"/>
          </a:xfrm>
          <a:prstGeom prst="rect">
            <a:avLst/>
          </a:prstGeom>
          <a:noFill/>
        </p:spPr>
        <p:txBody>
          <a:bodyPr wrap="square">
            <a:spAutoFit/>
          </a:bodyPr>
          <a:lstStyle/>
          <a:p>
            <a:pPr>
              <a:buNone/>
            </a:pPr>
            <a:r>
              <a:rPr lang="en-US" sz="2500" b="1" dirty="0" err="1"/>
              <a:t>Phân</a:t>
            </a:r>
            <a:r>
              <a:rPr lang="en-US" sz="2500" b="1" dirty="0"/>
              <a:t> </a:t>
            </a:r>
            <a:r>
              <a:rPr lang="en-US" sz="2500" b="1" dirty="0" err="1"/>
              <a:t>Tích</a:t>
            </a:r>
            <a:r>
              <a:rPr lang="en-US" sz="2500" b="1" dirty="0"/>
              <a:t> Chi </a:t>
            </a:r>
            <a:r>
              <a:rPr lang="en-US" sz="2500" b="1" dirty="0" err="1"/>
              <a:t>Tiết</a:t>
            </a:r>
            <a:r>
              <a:rPr lang="en-US" sz="2500" b="1" dirty="0"/>
              <a:t>: </a:t>
            </a:r>
            <a:r>
              <a:rPr lang="en-US" sz="2500" b="1" dirty="0" err="1"/>
              <a:t>Ảnh</a:t>
            </a:r>
            <a:r>
              <a:rPr lang="en-US" sz="2500" b="1" dirty="0"/>
              <a:t> </a:t>
            </a:r>
            <a:r>
              <a:rPr lang="en-US" sz="2500" b="1" dirty="0" err="1"/>
              <a:t>Đầu</a:t>
            </a:r>
            <a:r>
              <a:rPr lang="en-US" sz="2500" b="1" dirty="0"/>
              <a:t> </a:t>
            </a:r>
            <a:r>
              <a:rPr lang="en-US" sz="2500" b="1" dirty="0" err="1"/>
              <a:t>Vào</a:t>
            </a:r>
            <a:r>
              <a:rPr lang="en-US" sz="2500" b="1" dirty="0"/>
              <a:t> </a:t>
            </a:r>
            <a:r>
              <a:rPr lang="en-US" sz="2500" b="1" dirty="0" err="1"/>
              <a:t>Không</a:t>
            </a:r>
            <a:r>
              <a:rPr lang="en-US" sz="2500" b="1" dirty="0"/>
              <a:t> </a:t>
            </a:r>
            <a:r>
              <a:rPr lang="en-US" sz="2500" b="1" dirty="0" err="1"/>
              <a:t>Rõ</a:t>
            </a:r>
            <a:r>
              <a:rPr lang="en-US" sz="2500" b="1" dirty="0"/>
              <a:t> </a:t>
            </a:r>
            <a:r>
              <a:rPr lang="en-US" sz="2500" b="1" dirty="0" err="1"/>
              <a:t>Ràng</a:t>
            </a:r>
            <a:endParaRPr lang="en-US" sz="2500" b="1" dirty="0"/>
          </a:p>
        </p:txBody>
      </p:sp>
      <p:sp>
        <p:nvSpPr>
          <p:cNvPr id="6" name="Arrow: Chevron 5">
            <a:extLst>
              <a:ext uri="{FF2B5EF4-FFF2-40B4-BE49-F238E27FC236}">
                <a16:creationId xmlns:a16="http://schemas.microsoft.com/office/drawing/2014/main" id="{18AB7777-1052-339B-0653-8FAC2E8338F9}"/>
              </a:ext>
            </a:extLst>
          </p:cNvPr>
          <p:cNvSpPr/>
          <p:nvPr/>
        </p:nvSpPr>
        <p:spPr>
          <a:xfrm>
            <a:off x="1380930" y="1968759"/>
            <a:ext cx="4833258" cy="69979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dirty="0">
                <a:solidFill>
                  <a:schemeClr val="tx1"/>
                </a:solidFill>
              </a:rPr>
              <a:t>Ảnh Bị Mờ</a:t>
            </a:r>
          </a:p>
        </p:txBody>
      </p:sp>
      <p:sp>
        <p:nvSpPr>
          <p:cNvPr id="7" name="Arrow: Chevron 6">
            <a:extLst>
              <a:ext uri="{FF2B5EF4-FFF2-40B4-BE49-F238E27FC236}">
                <a16:creationId xmlns:a16="http://schemas.microsoft.com/office/drawing/2014/main" id="{CCBB4C24-D584-608F-6592-DA1EA70BD341}"/>
              </a:ext>
            </a:extLst>
          </p:cNvPr>
          <p:cNvSpPr/>
          <p:nvPr/>
        </p:nvSpPr>
        <p:spPr>
          <a:xfrm>
            <a:off x="6410132" y="3693370"/>
            <a:ext cx="4833258" cy="69979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Nền</a:t>
            </a:r>
            <a:r>
              <a:rPr lang="en-US" b="1" dirty="0">
                <a:solidFill>
                  <a:schemeClr val="tx1"/>
                </a:solidFill>
              </a:rPr>
              <a:t> </a:t>
            </a:r>
            <a:r>
              <a:rPr lang="en-US" b="1" dirty="0" err="1">
                <a:solidFill>
                  <a:schemeClr val="tx1"/>
                </a:solidFill>
              </a:rPr>
              <a:t>Phức</a:t>
            </a:r>
            <a:r>
              <a:rPr lang="en-US" b="1" dirty="0">
                <a:solidFill>
                  <a:schemeClr val="tx1"/>
                </a:solidFill>
              </a:rPr>
              <a:t> </a:t>
            </a:r>
            <a:r>
              <a:rPr lang="en-US" b="1" dirty="0" err="1">
                <a:solidFill>
                  <a:schemeClr val="tx1"/>
                </a:solidFill>
              </a:rPr>
              <a:t>Tạp</a:t>
            </a:r>
            <a:endParaRPr lang="en-US" b="1" dirty="0">
              <a:solidFill>
                <a:schemeClr val="tx1"/>
              </a:solidFill>
            </a:endParaRPr>
          </a:p>
        </p:txBody>
      </p:sp>
      <p:sp>
        <p:nvSpPr>
          <p:cNvPr id="8" name="Arrow: Chevron 7">
            <a:extLst>
              <a:ext uri="{FF2B5EF4-FFF2-40B4-BE49-F238E27FC236}">
                <a16:creationId xmlns:a16="http://schemas.microsoft.com/office/drawing/2014/main" id="{2F112A76-C8E4-363E-03C9-33E1D68D4098}"/>
              </a:ext>
            </a:extLst>
          </p:cNvPr>
          <p:cNvSpPr/>
          <p:nvPr/>
        </p:nvSpPr>
        <p:spPr>
          <a:xfrm>
            <a:off x="1380930" y="3693370"/>
            <a:ext cx="4833258" cy="69979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dirty="0">
                <a:solidFill>
                  <a:schemeClr val="tx1"/>
                </a:solidFill>
              </a:rPr>
              <a:t>Bị Che Khuất</a:t>
            </a:r>
          </a:p>
        </p:txBody>
      </p:sp>
      <p:sp>
        <p:nvSpPr>
          <p:cNvPr id="14" name="TextBox 13">
            <a:extLst>
              <a:ext uri="{FF2B5EF4-FFF2-40B4-BE49-F238E27FC236}">
                <a16:creationId xmlns:a16="http://schemas.microsoft.com/office/drawing/2014/main" id="{5925D70B-6F13-2C8F-8EDA-94B3F39C7682}"/>
              </a:ext>
            </a:extLst>
          </p:cNvPr>
          <p:cNvSpPr txBox="1"/>
          <p:nvPr/>
        </p:nvSpPr>
        <p:spPr>
          <a:xfrm>
            <a:off x="6410131" y="2845837"/>
            <a:ext cx="4767943" cy="738664"/>
          </a:xfrm>
          <a:prstGeom prst="rect">
            <a:avLst/>
          </a:prstGeom>
          <a:noFill/>
        </p:spPr>
        <p:txBody>
          <a:bodyPr wrap="square" rtlCol="0">
            <a:spAutoFit/>
          </a:bodyPr>
          <a:lstStyle/>
          <a:p>
            <a:r>
              <a:rPr lang="vi-VN" dirty="0"/>
              <a:t>Không đủ ánh sáng khiến đặc trưng màu sắc và texture bị sai lệch</a:t>
            </a:r>
          </a:p>
          <a:p>
            <a:endParaRPr lang="en-US" dirty="0"/>
          </a:p>
        </p:txBody>
      </p:sp>
      <p:sp>
        <p:nvSpPr>
          <p:cNvPr id="16" name="TextBox 15">
            <a:extLst>
              <a:ext uri="{FF2B5EF4-FFF2-40B4-BE49-F238E27FC236}">
                <a16:creationId xmlns:a16="http://schemas.microsoft.com/office/drawing/2014/main" id="{A88BA021-7B7C-BB22-3F87-1780843D381E}"/>
              </a:ext>
            </a:extLst>
          </p:cNvPr>
          <p:cNvSpPr txBox="1"/>
          <p:nvPr/>
        </p:nvSpPr>
        <p:spPr>
          <a:xfrm>
            <a:off x="1296956" y="4609316"/>
            <a:ext cx="4917232" cy="307777"/>
          </a:xfrm>
          <a:prstGeom prst="rect">
            <a:avLst/>
          </a:prstGeom>
          <a:noFill/>
        </p:spPr>
        <p:txBody>
          <a:bodyPr wrap="square">
            <a:spAutoFit/>
          </a:bodyPr>
          <a:lstStyle/>
          <a:p>
            <a:pPr>
              <a:buNone/>
            </a:pPr>
            <a:r>
              <a:rPr lang="vi-VN" dirty="0"/>
              <a:t>Đối tượng bị che một phần làm thiếu thông tin phân loại</a:t>
            </a:r>
          </a:p>
        </p:txBody>
      </p:sp>
      <p:sp>
        <p:nvSpPr>
          <p:cNvPr id="18" name="TextBox 17">
            <a:extLst>
              <a:ext uri="{FF2B5EF4-FFF2-40B4-BE49-F238E27FC236}">
                <a16:creationId xmlns:a16="http://schemas.microsoft.com/office/drawing/2014/main" id="{C6B145A1-143F-7DBF-4B32-5F4E78D7C804}"/>
              </a:ext>
            </a:extLst>
          </p:cNvPr>
          <p:cNvSpPr txBox="1"/>
          <p:nvPr/>
        </p:nvSpPr>
        <p:spPr>
          <a:xfrm>
            <a:off x="6344817" y="4609316"/>
            <a:ext cx="4898573" cy="307777"/>
          </a:xfrm>
          <a:prstGeom prst="rect">
            <a:avLst/>
          </a:prstGeom>
          <a:noFill/>
        </p:spPr>
        <p:txBody>
          <a:bodyPr wrap="square">
            <a:spAutoFit/>
          </a:bodyPr>
          <a:lstStyle/>
          <a:p>
            <a:pPr>
              <a:buNone/>
            </a:pPr>
            <a:r>
              <a:rPr lang="en-US" dirty="0" err="1"/>
              <a:t>Nhiều</a:t>
            </a:r>
            <a:r>
              <a:rPr lang="en-US" dirty="0"/>
              <a:t> chi </a:t>
            </a:r>
            <a:r>
              <a:rPr lang="en-US" dirty="0" err="1"/>
              <a:t>tiết</a:t>
            </a:r>
            <a:r>
              <a:rPr lang="en-US" dirty="0"/>
              <a:t> </a:t>
            </a:r>
            <a:r>
              <a:rPr lang="en-US" dirty="0" err="1"/>
              <a:t>gây</a:t>
            </a:r>
            <a:r>
              <a:rPr lang="en-US" dirty="0"/>
              <a:t> </a:t>
            </a:r>
            <a:r>
              <a:rPr lang="en-US" dirty="0" err="1"/>
              <a:t>nhiễu</a:t>
            </a:r>
            <a:r>
              <a:rPr lang="en-US" dirty="0"/>
              <a:t> </a:t>
            </a:r>
            <a:r>
              <a:rPr lang="en-US" dirty="0" err="1"/>
              <a:t>làm</a:t>
            </a:r>
            <a:r>
              <a:rPr lang="en-US" dirty="0"/>
              <a:t> </a:t>
            </a:r>
            <a:r>
              <a:rPr lang="en-US" dirty="0" err="1"/>
              <a:t>phân</a:t>
            </a:r>
            <a:r>
              <a:rPr lang="en-US" dirty="0"/>
              <a:t> </a:t>
            </a:r>
            <a:r>
              <a:rPr lang="en-US" dirty="0" err="1"/>
              <a:t>tán</a:t>
            </a:r>
            <a:r>
              <a:rPr lang="en-US" dirty="0"/>
              <a:t> </a:t>
            </a:r>
            <a:r>
              <a:rPr lang="en-US" dirty="0" err="1"/>
              <a:t>chú</a:t>
            </a:r>
            <a:r>
              <a:rPr lang="en-US" dirty="0"/>
              <a:t> ý </a:t>
            </a:r>
            <a:r>
              <a:rPr lang="en-US" dirty="0" err="1"/>
              <a:t>của</a:t>
            </a:r>
            <a:r>
              <a:rPr lang="en-US" dirty="0"/>
              <a:t> </a:t>
            </a:r>
            <a:r>
              <a:rPr lang="en-US" dirty="0" err="1"/>
              <a:t>mô</a:t>
            </a:r>
            <a:r>
              <a:rPr lang="en-US" dirty="0"/>
              <a:t> </a:t>
            </a:r>
            <a:r>
              <a:rPr lang="en-US" dirty="0" err="1"/>
              <a:t>hình</a:t>
            </a:r>
            <a:endParaRPr lang="en-US" dirty="0"/>
          </a:p>
        </p:txBody>
      </p:sp>
      <p:sp>
        <p:nvSpPr>
          <p:cNvPr id="20" name="TextBox 19">
            <a:extLst>
              <a:ext uri="{FF2B5EF4-FFF2-40B4-BE49-F238E27FC236}">
                <a16:creationId xmlns:a16="http://schemas.microsoft.com/office/drawing/2014/main" id="{36455FE2-CCF3-EE5C-A003-3A3D2D743516}"/>
              </a:ext>
            </a:extLst>
          </p:cNvPr>
          <p:cNvSpPr txBox="1"/>
          <p:nvPr/>
        </p:nvSpPr>
        <p:spPr>
          <a:xfrm>
            <a:off x="1380930" y="2800465"/>
            <a:ext cx="4833258" cy="307777"/>
          </a:xfrm>
          <a:prstGeom prst="rect">
            <a:avLst/>
          </a:prstGeom>
          <a:noFill/>
        </p:spPr>
        <p:txBody>
          <a:bodyPr wrap="square">
            <a:spAutoFit/>
          </a:bodyPr>
          <a:lstStyle/>
          <a:p>
            <a:r>
              <a:rPr lang="vi-VN" dirty="0"/>
              <a:t>Thiếu độ nét làm mất thông tin đặc trưng quan trọng</a:t>
            </a:r>
          </a:p>
        </p:txBody>
      </p:sp>
      <p:sp>
        <p:nvSpPr>
          <p:cNvPr id="21" name="Arrow: Chevron 20">
            <a:extLst>
              <a:ext uri="{FF2B5EF4-FFF2-40B4-BE49-F238E27FC236}">
                <a16:creationId xmlns:a16="http://schemas.microsoft.com/office/drawing/2014/main" id="{F0B62C1B-9838-F0E3-16E5-EE5505A0B01B}"/>
              </a:ext>
            </a:extLst>
          </p:cNvPr>
          <p:cNvSpPr/>
          <p:nvPr/>
        </p:nvSpPr>
        <p:spPr>
          <a:xfrm>
            <a:off x="6410132" y="1968759"/>
            <a:ext cx="4833258" cy="69979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dirty="0">
                <a:solidFill>
                  <a:schemeClr val="tx1"/>
                </a:solidFill>
              </a:rPr>
              <a:t>Thiếu sáng</a:t>
            </a:r>
          </a:p>
        </p:txBody>
      </p:sp>
      <p:sp>
        <p:nvSpPr>
          <p:cNvPr id="22" name="Rectangle 21">
            <a:extLst>
              <a:ext uri="{FF2B5EF4-FFF2-40B4-BE49-F238E27FC236}">
                <a16:creationId xmlns:a16="http://schemas.microsoft.com/office/drawing/2014/main" id="{8FAFADC5-54E8-EC81-C0F0-7511ACB18649}"/>
              </a:ext>
            </a:extLst>
          </p:cNvPr>
          <p:cNvSpPr/>
          <p:nvPr/>
        </p:nvSpPr>
        <p:spPr>
          <a:xfrm rot="2691659">
            <a:off x="825973" y="-169534"/>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endParaRPr>
          </a:p>
        </p:txBody>
      </p:sp>
      <p:sp>
        <p:nvSpPr>
          <p:cNvPr id="23" name="Rectangle 22">
            <a:extLst>
              <a:ext uri="{FF2B5EF4-FFF2-40B4-BE49-F238E27FC236}">
                <a16:creationId xmlns:a16="http://schemas.microsoft.com/office/drawing/2014/main" id="{7E25173F-AF9D-B9DB-057F-0372EFC0BF76}"/>
              </a:ext>
            </a:extLst>
          </p:cNvPr>
          <p:cNvSpPr/>
          <p:nvPr/>
        </p:nvSpPr>
        <p:spPr>
          <a:xfrm rot="2691659">
            <a:off x="10833095" y="4481138"/>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6554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A37A9B70-FD30-045E-7234-70E3DDA50346}"/>
              </a:ext>
            </a:extLst>
          </p:cNvPr>
          <p:cNvSpPr txBox="1"/>
          <p:nvPr/>
        </p:nvSpPr>
        <p:spPr>
          <a:xfrm>
            <a:off x="4131906" y="718524"/>
            <a:ext cx="3928188" cy="477054"/>
          </a:xfrm>
          <a:prstGeom prst="rect">
            <a:avLst/>
          </a:prstGeom>
          <a:noFill/>
        </p:spPr>
        <p:txBody>
          <a:bodyPr wrap="square">
            <a:spAutoFit/>
          </a:bodyPr>
          <a:lstStyle/>
          <a:p>
            <a:pPr>
              <a:buNone/>
            </a:pPr>
            <a:r>
              <a:rPr lang="en-US" sz="2500" b="1" dirty="0" err="1"/>
              <a:t>Hạn</a:t>
            </a:r>
            <a:r>
              <a:rPr lang="en-US" sz="2500" b="1" dirty="0"/>
              <a:t> </a:t>
            </a:r>
            <a:r>
              <a:rPr lang="en-US" sz="2500" b="1" dirty="0" err="1"/>
              <a:t>Chế</a:t>
            </a:r>
            <a:r>
              <a:rPr lang="en-US" sz="2500" b="1" dirty="0"/>
              <a:t> </a:t>
            </a:r>
            <a:r>
              <a:rPr lang="en-US" sz="2500" b="1" dirty="0" err="1"/>
              <a:t>Của</a:t>
            </a:r>
            <a:r>
              <a:rPr lang="en-US" sz="2500" b="1" dirty="0"/>
              <a:t> </a:t>
            </a:r>
            <a:r>
              <a:rPr lang="en-US" sz="2500" b="1" dirty="0" err="1"/>
              <a:t>Hệ</a:t>
            </a:r>
            <a:r>
              <a:rPr lang="en-US" sz="2500" b="1" dirty="0"/>
              <a:t> </a:t>
            </a:r>
            <a:r>
              <a:rPr lang="en-US" sz="2500" b="1" dirty="0" err="1"/>
              <a:t>Thống</a:t>
            </a:r>
            <a:endParaRPr lang="en-US" sz="2500" b="1" dirty="0"/>
          </a:p>
        </p:txBody>
      </p:sp>
      <p:sp>
        <p:nvSpPr>
          <p:cNvPr id="17" name="Rectangle: Rounded Corners 16">
            <a:extLst>
              <a:ext uri="{FF2B5EF4-FFF2-40B4-BE49-F238E27FC236}">
                <a16:creationId xmlns:a16="http://schemas.microsoft.com/office/drawing/2014/main" id="{723B2273-C034-B8D0-917D-883DCE1006C1}"/>
              </a:ext>
            </a:extLst>
          </p:cNvPr>
          <p:cNvSpPr/>
          <p:nvPr/>
        </p:nvSpPr>
        <p:spPr>
          <a:xfrm>
            <a:off x="1315617" y="1673920"/>
            <a:ext cx="4422710" cy="169817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vi-VN" b="1">
                <a:solidFill>
                  <a:schemeClr val="tx1"/>
                </a:solidFill>
              </a:rPr>
              <a:t>Giới Hạn Dữ Liệu</a:t>
            </a:r>
          </a:p>
          <a:p>
            <a:r>
              <a:rPr lang="vi-VN">
                <a:solidFill>
                  <a:schemeClr val="tx1"/>
                </a:solidFill>
              </a:rPr>
              <a:t>Dataset bị giới hạn chỉ 10 lớp và chưa đủ đa dạng về điều kiện thực tế</a:t>
            </a:r>
          </a:p>
        </p:txBody>
      </p:sp>
      <p:sp>
        <p:nvSpPr>
          <p:cNvPr id="18" name="Rectangle: Rounded Corners 17">
            <a:extLst>
              <a:ext uri="{FF2B5EF4-FFF2-40B4-BE49-F238E27FC236}">
                <a16:creationId xmlns:a16="http://schemas.microsoft.com/office/drawing/2014/main" id="{150B0474-FC02-DA4D-0F97-9B05B461ECEC}"/>
              </a:ext>
            </a:extLst>
          </p:cNvPr>
          <p:cNvSpPr/>
          <p:nvPr/>
        </p:nvSpPr>
        <p:spPr>
          <a:xfrm>
            <a:off x="6453673" y="3850435"/>
            <a:ext cx="4422710" cy="169817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vi-VN" b="1">
                <a:solidFill>
                  <a:schemeClr val="tx1"/>
                </a:solidFill>
              </a:rPr>
              <a:t>Ứng Dụng Thực Tế</a:t>
            </a:r>
          </a:p>
          <a:p>
            <a:r>
              <a:rPr lang="vi-VN">
                <a:solidFill>
                  <a:schemeClr val="tx1"/>
                </a:solidFill>
              </a:rPr>
              <a:t>Phụ thuộc chất lượng ảnh đầu vào, chưa có xử lý nâng cao như lọc nền hay detect object</a:t>
            </a:r>
          </a:p>
        </p:txBody>
      </p:sp>
      <p:sp>
        <p:nvSpPr>
          <p:cNvPr id="19" name="Rectangle: Rounded Corners 18">
            <a:extLst>
              <a:ext uri="{FF2B5EF4-FFF2-40B4-BE49-F238E27FC236}">
                <a16:creationId xmlns:a16="http://schemas.microsoft.com/office/drawing/2014/main" id="{FC7B1B9C-159C-37BD-BC71-3EE10DCB7C9F}"/>
              </a:ext>
            </a:extLst>
          </p:cNvPr>
          <p:cNvSpPr/>
          <p:nvPr/>
        </p:nvSpPr>
        <p:spPr>
          <a:xfrm>
            <a:off x="1315617" y="3850435"/>
            <a:ext cx="4422710" cy="169817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vi-VN" b="1">
                <a:solidFill>
                  <a:schemeClr val="tx1"/>
                </a:solidFill>
              </a:rPr>
              <a:t>Quy Trình Huấn Luyện</a:t>
            </a:r>
          </a:p>
          <a:p>
            <a:r>
              <a:rPr lang="vi-VN">
                <a:solidFill>
                  <a:schemeClr val="tx1"/>
                </a:solidFill>
              </a:rPr>
              <a:t>Số epoch còn ít và chưa thử nghiệm nhiều siêu tham số (learning rate, batch size)</a:t>
            </a:r>
          </a:p>
        </p:txBody>
      </p:sp>
      <p:sp>
        <p:nvSpPr>
          <p:cNvPr id="20" name="Rectangle: Rounded Corners 19">
            <a:extLst>
              <a:ext uri="{FF2B5EF4-FFF2-40B4-BE49-F238E27FC236}">
                <a16:creationId xmlns:a16="http://schemas.microsoft.com/office/drawing/2014/main" id="{EECDBFEB-E500-631F-41EC-EF1991A01635}"/>
              </a:ext>
            </a:extLst>
          </p:cNvPr>
          <p:cNvSpPr/>
          <p:nvPr/>
        </p:nvSpPr>
        <p:spPr>
          <a:xfrm>
            <a:off x="6449009" y="1673920"/>
            <a:ext cx="4422710" cy="169817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vi-VN" b="1">
                <a:solidFill>
                  <a:schemeClr val="tx1"/>
                </a:solidFill>
              </a:rPr>
              <a:t>Giới Hạn Mô Hình</a:t>
            </a:r>
          </a:p>
          <a:p>
            <a:r>
              <a:rPr lang="vi-VN">
                <a:solidFill>
                  <a:schemeClr val="tx1"/>
                </a:solidFill>
              </a:rPr>
              <a:t>MobileNetV2 nhẹ chưa đủ mạnh để phân biệt các lớp khó; fine-tuning chỉ 5 epochs</a:t>
            </a:r>
          </a:p>
        </p:txBody>
      </p:sp>
      <p:sp>
        <p:nvSpPr>
          <p:cNvPr id="21" name="Oval 20">
            <a:extLst>
              <a:ext uri="{FF2B5EF4-FFF2-40B4-BE49-F238E27FC236}">
                <a16:creationId xmlns:a16="http://schemas.microsoft.com/office/drawing/2014/main" id="{4C9A76E2-CF12-DCAF-9433-CDBCB4F672DD}"/>
              </a:ext>
            </a:extLst>
          </p:cNvPr>
          <p:cNvSpPr/>
          <p:nvPr/>
        </p:nvSpPr>
        <p:spPr>
          <a:xfrm>
            <a:off x="3074436" y="1334278"/>
            <a:ext cx="914400" cy="9144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vi-VN" sz="2500" dirty="0">
                <a:solidFill>
                  <a:schemeClr val="tx1"/>
                </a:solidFill>
              </a:rPr>
              <a:t>1</a:t>
            </a:r>
            <a:endParaRPr lang="en-US" sz="2500" dirty="0">
              <a:solidFill>
                <a:schemeClr val="tx1"/>
              </a:solidFill>
            </a:endParaRPr>
          </a:p>
        </p:txBody>
      </p:sp>
      <p:sp>
        <p:nvSpPr>
          <p:cNvPr id="22" name="Oval 21">
            <a:extLst>
              <a:ext uri="{FF2B5EF4-FFF2-40B4-BE49-F238E27FC236}">
                <a16:creationId xmlns:a16="http://schemas.microsoft.com/office/drawing/2014/main" id="{D9942C0C-6DDD-8724-7105-E3FB02C2C6B4}"/>
              </a:ext>
            </a:extLst>
          </p:cNvPr>
          <p:cNvSpPr/>
          <p:nvPr/>
        </p:nvSpPr>
        <p:spPr>
          <a:xfrm>
            <a:off x="8207828" y="1334278"/>
            <a:ext cx="914400" cy="9144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vi-VN" sz="2500" dirty="0">
                <a:solidFill>
                  <a:schemeClr val="tx1"/>
                </a:solidFill>
              </a:rPr>
              <a:t>2</a:t>
            </a:r>
            <a:endParaRPr lang="en-US" sz="2500" dirty="0">
              <a:solidFill>
                <a:schemeClr val="tx1"/>
              </a:solidFill>
            </a:endParaRPr>
          </a:p>
        </p:txBody>
      </p:sp>
      <p:sp>
        <p:nvSpPr>
          <p:cNvPr id="23" name="Oval 22">
            <a:extLst>
              <a:ext uri="{FF2B5EF4-FFF2-40B4-BE49-F238E27FC236}">
                <a16:creationId xmlns:a16="http://schemas.microsoft.com/office/drawing/2014/main" id="{77ACAD8B-FD10-31A8-4603-3EBC6C9FA4C9}"/>
              </a:ext>
            </a:extLst>
          </p:cNvPr>
          <p:cNvSpPr/>
          <p:nvPr/>
        </p:nvSpPr>
        <p:spPr>
          <a:xfrm>
            <a:off x="3074436" y="3485910"/>
            <a:ext cx="914400" cy="9144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vi-VN" sz="2500" dirty="0">
                <a:solidFill>
                  <a:schemeClr val="tx1"/>
                </a:solidFill>
              </a:rPr>
              <a:t>3</a:t>
            </a:r>
            <a:endParaRPr lang="en-US" sz="2500" dirty="0">
              <a:solidFill>
                <a:schemeClr val="tx1"/>
              </a:solidFill>
            </a:endParaRPr>
          </a:p>
        </p:txBody>
      </p:sp>
      <p:sp>
        <p:nvSpPr>
          <p:cNvPr id="24" name="Oval 23">
            <a:extLst>
              <a:ext uri="{FF2B5EF4-FFF2-40B4-BE49-F238E27FC236}">
                <a16:creationId xmlns:a16="http://schemas.microsoft.com/office/drawing/2014/main" id="{3602D280-56E7-AD8B-0FAA-B133477E06C8}"/>
              </a:ext>
            </a:extLst>
          </p:cNvPr>
          <p:cNvSpPr/>
          <p:nvPr/>
        </p:nvSpPr>
        <p:spPr>
          <a:xfrm>
            <a:off x="8207828" y="3485910"/>
            <a:ext cx="914400" cy="9144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vi-VN" sz="2500" dirty="0">
                <a:solidFill>
                  <a:schemeClr val="tx1"/>
                </a:solidFill>
              </a:rPr>
              <a:t>4</a:t>
            </a:r>
            <a:endParaRPr lang="en-US" sz="2500" dirty="0">
              <a:solidFill>
                <a:schemeClr val="tx1"/>
              </a:solidFill>
            </a:endParaRPr>
          </a:p>
        </p:txBody>
      </p:sp>
      <p:sp>
        <p:nvSpPr>
          <p:cNvPr id="25" name="Rectangle 24">
            <a:extLst>
              <a:ext uri="{FF2B5EF4-FFF2-40B4-BE49-F238E27FC236}">
                <a16:creationId xmlns:a16="http://schemas.microsoft.com/office/drawing/2014/main" id="{678C0A1D-F5C1-EA6E-0CD4-206F00CE37BF}"/>
              </a:ext>
            </a:extLst>
          </p:cNvPr>
          <p:cNvSpPr/>
          <p:nvPr/>
        </p:nvSpPr>
        <p:spPr>
          <a:xfrm rot="2691659">
            <a:off x="825973" y="-169534"/>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endParaRPr>
          </a:p>
        </p:txBody>
      </p:sp>
      <p:sp>
        <p:nvSpPr>
          <p:cNvPr id="26" name="Rectangle 25">
            <a:extLst>
              <a:ext uri="{FF2B5EF4-FFF2-40B4-BE49-F238E27FC236}">
                <a16:creationId xmlns:a16="http://schemas.microsoft.com/office/drawing/2014/main" id="{85DD59D7-6FF6-288E-8EAD-0D7CBF944A79}"/>
              </a:ext>
            </a:extLst>
          </p:cNvPr>
          <p:cNvSpPr/>
          <p:nvPr/>
        </p:nvSpPr>
        <p:spPr>
          <a:xfrm rot="2691659">
            <a:off x="10833095" y="4481138"/>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4954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7F8D40F-B27A-05F8-64EF-B44AEC2615A7}"/>
              </a:ext>
            </a:extLst>
          </p:cNvPr>
          <p:cNvSpPr/>
          <p:nvPr/>
        </p:nvSpPr>
        <p:spPr>
          <a:xfrm>
            <a:off x="1749427" y="804927"/>
            <a:ext cx="9540614" cy="520422"/>
          </a:xfrm>
          <a:prstGeom prst="rect">
            <a:avLst/>
          </a:prstGeom>
          <a:noFill/>
          <a:ln/>
        </p:spPr>
        <p:txBody>
          <a:bodyPr wrap="none" lIns="0" tIns="0" rIns="0" bIns="0" rtlCol="0" anchor="t"/>
          <a:lstStyle/>
          <a:p>
            <a:r>
              <a:rPr lang="pt-BR" sz="3200" b="1" dirty="0">
                <a:latin typeface="Times New Roman" panose="02020603050405020304" pitchFamily="18" charset="0"/>
                <a:cs typeface="Times New Roman" panose="02020603050405020304" pitchFamily="18" charset="0"/>
              </a:rPr>
              <a:t>CHƯƠNG </a:t>
            </a:r>
            <a:r>
              <a:rPr lang="vi-VN" sz="3200" b="1" dirty="0">
                <a:latin typeface="Times New Roman" panose="02020603050405020304" pitchFamily="18" charset="0"/>
                <a:cs typeface="Times New Roman" panose="02020603050405020304" pitchFamily="18" charset="0"/>
              </a:rPr>
              <a:t>6:</a:t>
            </a:r>
            <a:r>
              <a:rPr lang="pt-BR" sz="3200" b="1" dirty="0">
                <a:latin typeface="Times New Roman" panose="02020603050405020304" pitchFamily="18" charset="0"/>
                <a:cs typeface="Times New Roman" panose="02020603050405020304" pitchFamily="18" charset="0"/>
              </a:rPr>
              <a:t> KẾT LUẬN VÀ HƯỚNG PHÁT TRIỂN</a:t>
            </a:r>
            <a:endParaRPr lang="en-US"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ED82CD3-EBFA-F867-4C11-8DDA326491CB}"/>
              </a:ext>
            </a:extLst>
          </p:cNvPr>
          <p:cNvSpPr txBox="1"/>
          <p:nvPr/>
        </p:nvSpPr>
        <p:spPr>
          <a:xfrm>
            <a:off x="1110342" y="1558278"/>
            <a:ext cx="6158204" cy="477054"/>
          </a:xfrm>
          <a:prstGeom prst="rect">
            <a:avLst/>
          </a:prstGeom>
          <a:noFill/>
        </p:spPr>
        <p:txBody>
          <a:bodyPr wrap="square">
            <a:spAutoFit/>
          </a:bodyPr>
          <a:lstStyle/>
          <a:p>
            <a:pPr>
              <a:buNone/>
            </a:pPr>
            <a:r>
              <a:rPr lang="en-US" sz="2500" b="1" dirty="0" err="1"/>
              <a:t>Kết</a:t>
            </a:r>
            <a:r>
              <a:rPr lang="en-US" sz="2500" b="1" dirty="0"/>
              <a:t> Luận</a:t>
            </a:r>
          </a:p>
        </p:txBody>
      </p:sp>
      <p:sp>
        <p:nvSpPr>
          <p:cNvPr id="11" name="Rectangle: Rounded Corners 10">
            <a:extLst>
              <a:ext uri="{FF2B5EF4-FFF2-40B4-BE49-F238E27FC236}">
                <a16:creationId xmlns:a16="http://schemas.microsoft.com/office/drawing/2014/main" id="{BEF3D6CF-DD8D-DA37-D05B-DDE9D7921BCE}"/>
              </a:ext>
            </a:extLst>
          </p:cNvPr>
          <p:cNvSpPr/>
          <p:nvPr/>
        </p:nvSpPr>
        <p:spPr>
          <a:xfrm>
            <a:off x="1110341" y="2202025"/>
            <a:ext cx="639085" cy="6064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79B6F43A-BA12-83F3-A4BA-572FD803C9FC}"/>
              </a:ext>
            </a:extLst>
          </p:cNvPr>
          <p:cNvSpPr txBox="1"/>
          <p:nvPr/>
        </p:nvSpPr>
        <p:spPr>
          <a:xfrm>
            <a:off x="1814803" y="2137969"/>
            <a:ext cx="5379099" cy="738664"/>
          </a:xfrm>
          <a:prstGeom prst="rect">
            <a:avLst/>
          </a:prstGeom>
          <a:noFill/>
        </p:spPr>
        <p:txBody>
          <a:bodyPr wrap="square" rtlCol="0">
            <a:spAutoFit/>
          </a:bodyPr>
          <a:lstStyle/>
          <a:p>
            <a:r>
              <a:rPr lang="vi-VN" b="1" dirty="0"/>
              <a:t>Thành Tựu Đạt Được</a:t>
            </a:r>
          </a:p>
          <a:p>
            <a:r>
              <a:rPr lang="vi-VN" dirty="0"/>
              <a:t>Xây dựng hệ thống phân loại 10 giống chó mèo với độ chính xác 93%, sử dụng MobileNetV2 kết hợp fine-tuning</a:t>
            </a:r>
          </a:p>
        </p:txBody>
      </p:sp>
      <p:sp>
        <p:nvSpPr>
          <p:cNvPr id="13" name="Rectangle: Rounded Corners 12">
            <a:extLst>
              <a:ext uri="{FF2B5EF4-FFF2-40B4-BE49-F238E27FC236}">
                <a16:creationId xmlns:a16="http://schemas.microsoft.com/office/drawing/2014/main" id="{7D0723BA-7CE8-0487-4E84-7F37DAB3F97A}"/>
              </a:ext>
            </a:extLst>
          </p:cNvPr>
          <p:cNvSpPr/>
          <p:nvPr/>
        </p:nvSpPr>
        <p:spPr>
          <a:xfrm>
            <a:off x="1110340" y="3251467"/>
            <a:ext cx="639085" cy="6064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B8B7E55C-028C-9E3C-C6F0-29170E4ADEF9}"/>
              </a:ext>
            </a:extLst>
          </p:cNvPr>
          <p:cNvSpPr/>
          <p:nvPr/>
        </p:nvSpPr>
        <p:spPr>
          <a:xfrm>
            <a:off x="1110340" y="4300910"/>
            <a:ext cx="639085" cy="6064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BDE2269-0E3B-533A-7732-8F86F0A5FC4E}"/>
              </a:ext>
            </a:extLst>
          </p:cNvPr>
          <p:cNvSpPr txBox="1"/>
          <p:nvPr/>
        </p:nvSpPr>
        <p:spPr>
          <a:xfrm>
            <a:off x="1814803" y="3185380"/>
            <a:ext cx="5379099" cy="738664"/>
          </a:xfrm>
          <a:prstGeom prst="rect">
            <a:avLst/>
          </a:prstGeom>
          <a:noFill/>
        </p:spPr>
        <p:txBody>
          <a:bodyPr wrap="square">
            <a:spAutoFit/>
          </a:bodyPr>
          <a:lstStyle/>
          <a:p>
            <a:pPr>
              <a:buNone/>
            </a:pPr>
            <a:r>
              <a:rPr lang="en-US" b="1" dirty="0" err="1"/>
              <a:t>Triển</a:t>
            </a:r>
            <a:r>
              <a:rPr lang="en-US" b="1" dirty="0"/>
              <a:t> Khai </a:t>
            </a:r>
            <a:r>
              <a:rPr lang="en-US" b="1" dirty="0" err="1"/>
              <a:t>Ứng</a:t>
            </a:r>
            <a:r>
              <a:rPr lang="en-US" b="1" dirty="0"/>
              <a:t> </a:t>
            </a:r>
            <a:r>
              <a:rPr lang="en-US" b="1" dirty="0" err="1"/>
              <a:t>Dụng</a:t>
            </a:r>
            <a:endParaRPr lang="en-US" b="1" dirty="0"/>
          </a:p>
          <a:p>
            <a:pPr>
              <a:buNone/>
            </a:pPr>
            <a:r>
              <a:rPr lang="en-US" dirty="0" err="1"/>
              <a:t>Phát</a:t>
            </a:r>
            <a:r>
              <a:rPr lang="en-US" dirty="0"/>
              <a:t> </a:t>
            </a:r>
            <a:r>
              <a:rPr lang="en-US" dirty="0" err="1"/>
              <a:t>triển</a:t>
            </a:r>
            <a:r>
              <a:rPr lang="en-US" dirty="0"/>
              <a:t> </a:t>
            </a:r>
            <a:r>
              <a:rPr lang="en-US" dirty="0" err="1"/>
              <a:t>ứng</a:t>
            </a:r>
            <a:r>
              <a:rPr lang="en-US" dirty="0"/>
              <a:t> </a:t>
            </a:r>
            <a:r>
              <a:rPr lang="en-US" dirty="0" err="1"/>
              <a:t>dụng</a:t>
            </a:r>
            <a:r>
              <a:rPr lang="en-US" dirty="0"/>
              <a:t> </a:t>
            </a:r>
            <a:r>
              <a:rPr lang="en-US" dirty="0" err="1"/>
              <a:t>cho</a:t>
            </a:r>
            <a:r>
              <a:rPr lang="en-US" dirty="0"/>
              <a:t> </a:t>
            </a:r>
            <a:r>
              <a:rPr lang="en-US" dirty="0" err="1"/>
              <a:t>phép</a:t>
            </a:r>
            <a:r>
              <a:rPr lang="en-US" dirty="0"/>
              <a:t> </a:t>
            </a:r>
            <a:r>
              <a:rPr lang="en-US" dirty="0" err="1"/>
              <a:t>tải</a:t>
            </a:r>
            <a:r>
              <a:rPr lang="en-US" dirty="0"/>
              <a:t>/</a:t>
            </a:r>
            <a:r>
              <a:rPr lang="en-US" dirty="0" err="1"/>
              <a:t>chụp</a:t>
            </a:r>
            <a:r>
              <a:rPr lang="en-US" dirty="0"/>
              <a:t> </a:t>
            </a:r>
            <a:r>
              <a:rPr lang="en-US" dirty="0" err="1"/>
              <a:t>ảnh</a:t>
            </a:r>
            <a:r>
              <a:rPr lang="en-US" dirty="0"/>
              <a:t> </a:t>
            </a:r>
            <a:r>
              <a:rPr lang="en-US" dirty="0" err="1"/>
              <a:t>trực</a:t>
            </a:r>
            <a:r>
              <a:rPr lang="en-US" dirty="0"/>
              <a:t> </a:t>
            </a:r>
            <a:r>
              <a:rPr lang="en-US" dirty="0" err="1"/>
              <a:t>tiếp</a:t>
            </a:r>
            <a:r>
              <a:rPr lang="en-US" dirty="0"/>
              <a:t> </a:t>
            </a:r>
            <a:r>
              <a:rPr lang="en-US" dirty="0" err="1"/>
              <a:t>để</a:t>
            </a:r>
            <a:r>
              <a:rPr lang="en-US" dirty="0"/>
              <a:t> </a:t>
            </a:r>
            <a:r>
              <a:rPr lang="en-US" dirty="0" err="1"/>
              <a:t>dự</a:t>
            </a:r>
            <a:r>
              <a:rPr lang="en-US" dirty="0"/>
              <a:t> </a:t>
            </a:r>
            <a:r>
              <a:rPr lang="en-US" dirty="0" err="1"/>
              <a:t>đoán</a:t>
            </a:r>
            <a:r>
              <a:rPr lang="en-US" dirty="0"/>
              <a:t>, </a:t>
            </a:r>
            <a:r>
              <a:rPr lang="en-US" dirty="0" err="1"/>
              <a:t>tận</a:t>
            </a:r>
            <a:r>
              <a:rPr lang="en-US" dirty="0"/>
              <a:t> </a:t>
            </a:r>
            <a:r>
              <a:rPr lang="en-US" dirty="0" err="1"/>
              <a:t>dụng</a:t>
            </a:r>
            <a:r>
              <a:rPr lang="en-US" dirty="0"/>
              <a:t> </a:t>
            </a:r>
            <a:r>
              <a:rPr lang="en-US" dirty="0" err="1"/>
              <a:t>mô</a:t>
            </a:r>
            <a:r>
              <a:rPr lang="en-US" dirty="0"/>
              <a:t> </a:t>
            </a:r>
            <a:r>
              <a:rPr lang="en-US" dirty="0" err="1"/>
              <a:t>hình</a:t>
            </a:r>
            <a:r>
              <a:rPr lang="en-US" dirty="0"/>
              <a:t> pretrained </a:t>
            </a:r>
            <a:r>
              <a:rPr lang="en-US" dirty="0" err="1"/>
              <a:t>và</a:t>
            </a:r>
            <a:r>
              <a:rPr lang="en-US" dirty="0"/>
              <a:t> data augmentation</a:t>
            </a:r>
          </a:p>
        </p:txBody>
      </p:sp>
      <p:sp>
        <p:nvSpPr>
          <p:cNvPr id="18" name="TextBox 17">
            <a:extLst>
              <a:ext uri="{FF2B5EF4-FFF2-40B4-BE49-F238E27FC236}">
                <a16:creationId xmlns:a16="http://schemas.microsoft.com/office/drawing/2014/main" id="{38A677A8-A50F-D3E3-E466-9E67CA2CFD45}"/>
              </a:ext>
            </a:extLst>
          </p:cNvPr>
          <p:cNvSpPr txBox="1"/>
          <p:nvPr/>
        </p:nvSpPr>
        <p:spPr>
          <a:xfrm>
            <a:off x="1814803" y="4234823"/>
            <a:ext cx="5379099" cy="738664"/>
          </a:xfrm>
          <a:prstGeom prst="rect">
            <a:avLst/>
          </a:prstGeom>
          <a:noFill/>
        </p:spPr>
        <p:txBody>
          <a:bodyPr wrap="square">
            <a:spAutoFit/>
          </a:bodyPr>
          <a:lstStyle/>
          <a:p>
            <a:pPr>
              <a:buNone/>
            </a:pPr>
            <a:r>
              <a:rPr lang="vi-VN" b="1" dirty="0"/>
              <a:t>Hạn Chế Cần Giải Quyết</a:t>
            </a:r>
          </a:p>
          <a:p>
            <a:pPr>
              <a:buNone/>
            </a:pPr>
            <a:r>
              <a:rPr lang="vi-VN" dirty="0"/>
              <a:t>Khả năng phân biệt lớp tương tự và sự phụ thuộc vào chất lượng ảnh đầu vào cần cải thiện</a:t>
            </a:r>
          </a:p>
        </p:txBody>
      </p:sp>
      <p:pic>
        <p:nvPicPr>
          <p:cNvPr id="9220" name="Picture 4">
            <a:extLst>
              <a:ext uri="{FF2B5EF4-FFF2-40B4-BE49-F238E27FC236}">
                <a16:creationId xmlns:a16="http://schemas.microsoft.com/office/drawing/2014/main" id="{002DB984-1C12-B32C-D10A-68326B59F6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4958" y="1338321"/>
            <a:ext cx="4549645" cy="4922520"/>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53C3D6A5-7D37-6957-A134-E8E569A975ED}"/>
              </a:ext>
            </a:extLst>
          </p:cNvPr>
          <p:cNvSpPr/>
          <p:nvPr/>
        </p:nvSpPr>
        <p:spPr>
          <a:xfrm rot="2691659">
            <a:off x="825973" y="-169534"/>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endParaRPr>
          </a:p>
        </p:txBody>
      </p:sp>
      <p:sp>
        <p:nvSpPr>
          <p:cNvPr id="20" name="Rectangle 19">
            <a:extLst>
              <a:ext uri="{FF2B5EF4-FFF2-40B4-BE49-F238E27FC236}">
                <a16:creationId xmlns:a16="http://schemas.microsoft.com/office/drawing/2014/main" id="{C24C7FAC-1F69-141F-1844-E91BC9A60795}"/>
              </a:ext>
            </a:extLst>
          </p:cNvPr>
          <p:cNvSpPr/>
          <p:nvPr/>
        </p:nvSpPr>
        <p:spPr>
          <a:xfrm rot="2691659">
            <a:off x="10833095" y="4481138"/>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675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107F48-E3F1-FEDB-219F-94E76FD9EB3D}"/>
              </a:ext>
            </a:extLst>
          </p:cNvPr>
          <p:cNvSpPr txBox="1"/>
          <p:nvPr/>
        </p:nvSpPr>
        <p:spPr>
          <a:xfrm>
            <a:off x="3791338" y="765178"/>
            <a:ext cx="4609323" cy="477054"/>
          </a:xfrm>
          <a:prstGeom prst="rect">
            <a:avLst/>
          </a:prstGeom>
          <a:noFill/>
        </p:spPr>
        <p:txBody>
          <a:bodyPr wrap="square">
            <a:spAutoFit/>
          </a:bodyPr>
          <a:lstStyle/>
          <a:p>
            <a:pPr>
              <a:buNone/>
            </a:pPr>
            <a:r>
              <a:rPr lang="vi-VN" sz="2500" b="1" dirty="0"/>
              <a:t>Hướng Phát Triển Tương Lai</a:t>
            </a:r>
          </a:p>
        </p:txBody>
      </p:sp>
      <p:sp>
        <p:nvSpPr>
          <p:cNvPr id="8" name="Rectangle: Rounded Corners 7">
            <a:extLst>
              <a:ext uri="{FF2B5EF4-FFF2-40B4-BE49-F238E27FC236}">
                <a16:creationId xmlns:a16="http://schemas.microsoft.com/office/drawing/2014/main" id="{1A103F9E-5686-0715-B92A-0D3D344F259B}"/>
              </a:ext>
            </a:extLst>
          </p:cNvPr>
          <p:cNvSpPr/>
          <p:nvPr/>
        </p:nvSpPr>
        <p:spPr>
          <a:xfrm>
            <a:off x="1614196" y="1791478"/>
            <a:ext cx="4481803" cy="16375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dirty="0">
                <a:solidFill>
                  <a:schemeClr val="tx1"/>
                </a:solidFill>
              </a:rPr>
              <a:t>Mở Rộng Dữ Liệu</a:t>
            </a:r>
          </a:p>
          <a:p>
            <a:endParaRPr lang="vi-VN" b="1" dirty="0">
              <a:solidFill>
                <a:schemeClr val="tx1"/>
              </a:solidFill>
            </a:endParaRPr>
          </a:p>
          <a:p>
            <a:r>
              <a:rPr lang="vi-VN" dirty="0">
                <a:solidFill>
                  <a:schemeClr val="tx1"/>
                </a:solidFill>
              </a:rPr>
              <a:t>Tăng số lượng và độ đa dạng của dữ liệu huấn luyện để mô hình học tốt hơn</a:t>
            </a:r>
          </a:p>
          <a:p>
            <a:pPr algn="ctr"/>
            <a:endParaRPr lang="en-US" dirty="0">
              <a:solidFill>
                <a:schemeClr val="tx1"/>
              </a:solidFill>
            </a:endParaRPr>
          </a:p>
        </p:txBody>
      </p:sp>
      <p:sp>
        <p:nvSpPr>
          <p:cNvPr id="9" name="Rectangle: Rounded Corners 8">
            <a:extLst>
              <a:ext uri="{FF2B5EF4-FFF2-40B4-BE49-F238E27FC236}">
                <a16:creationId xmlns:a16="http://schemas.microsoft.com/office/drawing/2014/main" id="{2E27227C-45B9-2EAA-B806-9AE51034DD53}"/>
              </a:ext>
            </a:extLst>
          </p:cNvPr>
          <p:cNvSpPr/>
          <p:nvPr/>
        </p:nvSpPr>
        <p:spPr>
          <a:xfrm>
            <a:off x="6095999" y="3909824"/>
            <a:ext cx="4481803" cy="16375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dirty="0">
                <a:solidFill>
                  <a:schemeClr val="tx1"/>
                </a:solidFill>
              </a:rPr>
              <a:t>Tối Ưu Tham Số</a:t>
            </a:r>
          </a:p>
          <a:p>
            <a:pPr algn="ctr"/>
            <a:endParaRPr lang="vi-VN" b="1" dirty="0">
              <a:solidFill>
                <a:schemeClr val="tx1"/>
              </a:solidFill>
            </a:endParaRPr>
          </a:p>
          <a:p>
            <a:r>
              <a:rPr lang="vi-VN" dirty="0">
                <a:solidFill>
                  <a:schemeClr val="tx1"/>
                </a:solidFill>
              </a:rPr>
              <a:t>Điều chỉnh learning rate, batch size, số epoch để cải thiện hiệu năng</a:t>
            </a:r>
          </a:p>
        </p:txBody>
      </p:sp>
      <p:sp>
        <p:nvSpPr>
          <p:cNvPr id="10" name="Rectangle: Rounded Corners 9">
            <a:extLst>
              <a:ext uri="{FF2B5EF4-FFF2-40B4-BE49-F238E27FC236}">
                <a16:creationId xmlns:a16="http://schemas.microsoft.com/office/drawing/2014/main" id="{FC34EA06-A4C2-919F-5B43-E57CC2F9F85C}"/>
              </a:ext>
            </a:extLst>
          </p:cNvPr>
          <p:cNvSpPr/>
          <p:nvPr/>
        </p:nvSpPr>
        <p:spPr>
          <a:xfrm>
            <a:off x="709125" y="3909825"/>
            <a:ext cx="4481803" cy="16375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dirty="0">
                <a:solidFill>
                  <a:schemeClr val="tx1"/>
                </a:solidFill>
              </a:rPr>
              <a:t>Cải Tiến Mô Hình</a:t>
            </a:r>
          </a:p>
          <a:p>
            <a:pPr algn="ctr"/>
            <a:endParaRPr lang="vi-VN" b="1" dirty="0">
              <a:solidFill>
                <a:schemeClr val="tx1"/>
              </a:solidFill>
            </a:endParaRPr>
          </a:p>
          <a:p>
            <a:r>
              <a:rPr lang="vi-VN" dirty="0">
                <a:solidFill>
                  <a:schemeClr val="tx1"/>
                </a:solidFill>
              </a:rPr>
              <a:t>Fine-tune sâu hơn hoặc thử nghiệm ResNet, EfficientNet</a:t>
            </a:r>
          </a:p>
        </p:txBody>
      </p:sp>
      <p:sp>
        <p:nvSpPr>
          <p:cNvPr id="11" name="Rectangle: Rounded Corners 10">
            <a:extLst>
              <a:ext uri="{FF2B5EF4-FFF2-40B4-BE49-F238E27FC236}">
                <a16:creationId xmlns:a16="http://schemas.microsoft.com/office/drawing/2014/main" id="{9DC75574-5E32-56D8-23AB-6855F2A43681}"/>
              </a:ext>
            </a:extLst>
          </p:cNvPr>
          <p:cNvSpPr/>
          <p:nvPr/>
        </p:nvSpPr>
        <p:spPr>
          <a:xfrm>
            <a:off x="7013512" y="1791479"/>
            <a:ext cx="4481803" cy="16375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dirty="0">
                <a:solidFill>
                  <a:schemeClr val="tx1"/>
                </a:solidFill>
              </a:rPr>
              <a:t>Xử Lý Nâng Cao</a:t>
            </a:r>
          </a:p>
          <a:p>
            <a:endParaRPr lang="vi-VN" b="1" dirty="0">
              <a:solidFill>
                <a:schemeClr val="tx1"/>
              </a:solidFill>
            </a:endParaRPr>
          </a:p>
          <a:p>
            <a:r>
              <a:rPr lang="vi-VN" dirty="0">
                <a:solidFill>
                  <a:schemeClr val="tx1"/>
                </a:solidFill>
              </a:rPr>
              <a:t>Áp dụng object detection để tách đối tượng trước khi phân loại</a:t>
            </a:r>
          </a:p>
          <a:p>
            <a:pPr algn="ctr"/>
            <a:endParaRPr lang="en-US" dirty="0">
              <a:solidFill>
                <a:schemeClr val="tx1"/>
              </a:solidFill>
            </a:endParaRPr>
          </a:p>
        </p:txBody>
      </p:sp>
      <p:sp>
        <p:nvSpPr>
          <p:cNvPr id="12" name="Rectangle 11">
            <a:extLst>
              <a:ext uri="{FF2B5EF4-FFF2-40B4-BE49-F238E27FC236}">
                <a16:creationId xmlns:a16="http://schemas.microsoft.com/office/drawing/2014/main" id="{C2FC8D54-40A4-C252-36D7-A62FD5349333}"/>
              </a:ext>
            </a:extLst>
          </p:cNvPr>
          <p:cNvSpPr/>
          <p:nvPr/>
        </p:nvSpPr>
        <p:spPr>
          <a:xfrm rot="2691659">
            <a:off x="825973" y="-169534"/>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endParaRPr>
          </a:p>
        </p:txBody>
      </p:sp>
      <p:sp>
        <p:nvSpPr>
          <p:cNvPr id="13" name="Rectangle 12">
            <a:extLst>
              <a:ext uri="{FF2B5EF4-FFF2-40B4-BE49-F238E27FC236}">
                <a16:creationId xmlns:a16="http://schemas.microsoft.com/office/drawing/2014/main" id="{C03576BC-F4E6-3DDE-187A-16DEB831F8FA}"/>
              </a:ext>
            </a:extLst>
          </p:cNvPr>
          <p:cNvSpPr/>
          <p:nvPr/>
        </p:nvSpPr>
        <p:spPr>
          <a:xfrm rot="2691659">
            <a:off x="10833095" y="4481138"/>
            <a:ext cx="532932" cy="25618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b="1" dirty="0">
              <a:ln w="22225">
                <a:solidFill>
                  <a:schemeClr val="accent2"/>
                </a:solidFill>
                <a:prstDash val="solid"/>
              </a:ln>
              <a:solidFill>
                <a:schemeClr val="accent2">
                  <a:lumMod val="40000"/>
                  <a:lumOff val="60000"/>
                </a:schemeClr>
              </a:solidFill>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3366846"/>
      </p:ext>
    </p:extLst>
  </p:cSld>
  <p:clrMapOvr>
    <a:masterClrMapping/>
  </p:clrMapOvr>
</p:sld>
</file>

<file path=ppt/theme/theme1.xml><?xml version="1.0" encoding="utf-8"?>
<a:theme xmlns:a="http://schemas.openxmlformats.org/drawingml/2006/main" name="SlidesMania">
  <a:themeElements>
    <a:clrScheme name="Simple Light">
      <a:dk1>
        <a:srgbClr val="000000"/>
      </a:dk1>
      <a:lt1>
        <a:srgbClr val="FFFFFF"/>
      </a:lt1>
      <a:dk2>
        <a:srgbClr val="434343"/>
      </a:dk2>
      <a:lt2>
        <a:srgbClr val="EEEEEE"/>
      </a:lt2>
      <a:accent1>
        <a:srgbClr val="7AD2DE"/>
      </a:accent1>
      <a:accent2>
        <a:srgbClr val="FFDA72"/>
      </a:accent2>
      <a:accent3>
        <a:srgbClr val="F1C232"/>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1187</TotalTime>
  <Words>2373</Words>
  <Application>Microsoft Office PowerPoint</Application>
  <PresentationFormat>Widescreen</PresentationFormat>
  <Paragraphs>236</Paragraphs>
  <Slides>23</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Times New Roman</vt:lpstr>
      <vt:lpstr>Open Sans</vt:lpstr>
      <vt:lpstr>Arial</vt:lpstr>
      <vt:lpstr>Abril Fatface</vt:lpstr>
      <vt:lpstr>Lora</vt:lpstr>
      <vt:lpstr>Oswald Medium</vt:lpstr>
      <vt:lpstr>Barlow Condensed</vt:lpstr>
      <vt:lpstr>Aldrich</vt:lpstr>
      <vt:lpstr>SlidesMania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Hà Ngụy</cp:lastModifiedBy>
  <cp:revision>28</cp:revision>
  <dcterms:modified xsi:type="dcterms:W3CDTF">2026-03-18T06:32:20Z</dcterms:modified>
</cp:coreProperties>
</file>